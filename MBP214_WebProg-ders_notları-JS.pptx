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53"/>
  </p:notesMasterIdLst>
  <p:sldIdLst>
    <p:sldId id="295" r:id="rId2"/>
    <p:sldId id="277" r:id="rId3"/>
    <p:sldId id="296" r:id="rId4"/>
    <p:sldId id="298" r:id="rId5"/>
    <p:sldId id="297" r:id="rId6"/>
    <p:sldId id="300" r:id="rId7"/>
    <p:sldId id="278" r:id="rId8"/>
    <p:sldId id="302" r:id="rId9"/>
    <p:sldId id="304" r:id="rId10"/>
    <p:sldId id="319" r:id="rId11"/>
    <p:sldId id="320" r:id="rId12"/>
    <p:sldId id="321" r:id="rId13"/>
    <p:sldId id="299" r:id="rId14"/>
    <p:sldId id="301" r:id="rId15"/>
    <p:sldId id="303" r:id="rId16"/>
    <p:sldId id="305" r:id="rId17"/>
    <p:sldId id="329" r:id="rId18"/>
    <p:sldId id="306" r:id="rId19"/>
    <p:sldId id="307" r:id="rId20"/>
    <p:sldId id="308" r:id="rId21"/>
    <p:sldId id="309" r:id="rId22"/>
    <p:sldId id="310" r:id="rId23"/>
    <p:sldId id="312" r:id="rId24"/>
    <p:sldId id="328" r:id="rId25"/>
    <p:sldId id="313" r:id="rId26"/>
    <p:sldId id="314" r:id="rId27"/>
    <p:sldId id="316" r:id="rId28"/>
    <p:sldId id="317" r:id="rId29"/>
    <p:sldId id="323" r:id="rId30"/>
    <p:sldId id="324" r:id="rId31"/>
    <p:sldId id="327" r:id="rId32"/>
    <p:sldId id="325" r:id="rId33"/>
    <p:sldId id="326" r:id="rId34"/>
    <p:sldId id="330" r:id="rId35"/>
    <p:sldId id="279" r:id="rId36"/>
    <p:sldId id="285" r:id="rId37"/>
    <p:sldId id="318" r:id="rId38"/>
    <p:sldId id="282" r:id="rId39"/>
    <p:sldId id="283" r:id="rId40"/>
    <p:sldId id="284" r:id="rId41"/>
    <p:sldId id="291" r:id="rId42"/>
    <p:sldId id="292" r:id="rId43"/>
    <p:sldId id="293" r:id="rId44"/>
    <p:sldId id="281" r:id="rId45"/>
    <p:sldId id="287" r:id="rId46"/>
    <p:sldId id="286" r:id="rId47"/>
    <p:sldId id="288" r:id="rId48"/>
    <p:sldId id="289" r:id="rId49"/>
    <p:sldId id="290" r:id="rId50"/>
    <p:sldId id="294" r:id="rId51"/>
    <p:sldId id="280" r:id="rId52"/>
  </p:sldIdLst>
  <p:sldSz cx="9144000" cy="6858000" type="screen4x3"/>
  <p:notesSz cx="6858000" cy="9144000"/>
  <p:defaultTextStyle>
    <a:defPPr>
      <a:defRPr lang="tr-TR"/>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90" y="15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B88E11-4615-4CD9-9118-6DB31000F107}" type="datetimeFigureOut">
              <a:rPr lang="tr-TR" smtClean="0"/>
              <a:t>26.02.2026</a:t>
            </a:fld>
            <a:endParaRPr lang="tr-T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599E1-D8DA-462F-843E-5151E77A6C8C}" type="slidenum">
              <a:rPr lang="tr-TR" smtClean="0"/>
              <a:t>‹#›</a:t>
            </a:fld>
            <a:endParaRPr lang="tr-TR"/>
          </a:p>
        </p:txBody>
      </p:sp>
    </p:spTree>
    <p:extLst>
      <p:ext uri="{BB962C8B-B14F-4D97-AF65-F5344CB8AC3E}">
        <p14:creationId xmlns:p14="http://schemas.microsoft.com/office/powerpoint/2010/main" val="2744886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E221E4AF-2403-8C3A-C05C-75359A9DEF14}"/>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3" name="Line 40">
            <a:extLst>
              <a:ext uri="{FF2B5EF4-FFF2-40B4-BE49-F238E27FC236}">
                <a16:creationId xmlns:a16="http://schemas.microsoft.com/office/drawing/2014/main" id="{E9E9DE81-9BC6-1F70-8A95-F63530228AF4}"/>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pic>
        <p:nvPicPr>
          <p:cNvPr id="4" name="Picture 3">
            <a:extLst>
              <a:ext uri="{FF2B5EF4-FFF2-40B4-BE49-F238E27FC236}">
                <a16:creationId xmlns:a16="http://schemas.microsoft.com/office/drawing/2014/main" id="{EABC5B9E-5895-09A0-EEAC-D8AA9304E09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19963" y="3322638"/>
            <a:ext cx="1824037"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ctrTitle"/>
          </p:nvPr>
        </p:nvSpPr>
        <p:spPr>
          <a:xfrm>
            <a:off x="315913" y="466725"/>
            <a:ext cx="6781800" cy="2133600"/>
          </a:xfrm>
        </p:spPr>
        <p:txBody>
          <a:bodyPr/>
          <a:lstStyle>
            <a:lvl1pPr algn="r">
              <a:defRPr sz="4800"/>
            </a:lvl1pPr>
          </a:lstStyle>
          <a:p>
            <a:pPr lvl="0"/>
            <a:r>
              <a:rPr lang="tr-TR" altLang="en-US" noProof="0"/>
              <a:t>Click to edit Master title style</a:t>
            </a:r>
          </a:p>
        </p:txBody>
      </p:sp>
      <p:sp>
        <p:nvSpPr>
          <p:cNvPr id="717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tr-TR" altLang="en-US" noProof="0"/>
              <a:t>Click to edit Master subtitle style</a:t>
            </a:r>
          </a:p>
        </p:txBody>
      </p:sp>
      <p:sp>
        <p:nvSpPr>
          <p:cNvPr id="5" name="Rectangle 5">
            <a:extLst>
              <a:ext uri="{FF2B5EF4-FFF2-40B4-BE49-F238E27FC236}">
                <a16:creationId xmlns:a16="http://schemas.microsoft.com/office/drawing/2014/main" id="{D937DE09-09D1-A12C-0BE7-D784972161F5}"/>
              </a:ext>
            </a:extLst>
          </p:cNvPr>
          <p:cNvSpPr>
            <a:spLocks noGrp="1" noChangeArrowheads="1"/>
          </p:cNvSpPr>
          <p:nvPr>
            <p:ph type="dt" sz="half" idx="10"/>
          </p:nvPr>
        </p:nvSpPr>
        <p:spPr/>
        <p:txBody>
          <a:bodyPr/>
          <a:lstStyle>
            <a:lvl1pPr>
              <a:defRPr/>
            </a:lvl1pPr>
          </a:lstStyle>
          <a:p>
            <a:pPr>
              <a:defRPr/>
            </a:pPr>
            <a:endParaRPr lang="tr-TR" altLang="en-US"/>
          </a:p>
        </p:txBody>
      </p:sp>
      <p:sp>
        <p:nvSpPr>
          <p:cNvPr id="6" name="Rectangle 6">
            <a:extLst>
              <a:ext uri="{FF2B5EF4-FFF2-40B4-BE49-F238E27FC236}">
                <a16:creationId xmlns:a16="http://schemas.microsoft.com/office/drawing/2014/main" id="{00496EAD-23A3-AE76-DDCF-B17FAED29602}"/>
              </a:ext>
            </a:extLst>
          </p:cNvPr>
          <p:cNvSpPr>
            <a:spLocks noGrp="1" noChangeArrowheads="1"/>
          </p:cNvSpPr>
          <p:nvPr>
            <p:ph type="ftr" sz="quarter" idx="11"/>
          </p:nvPr>
        </p:nvSpPr>
        <p:spPr/>
        <p:txBody>
          <a:bodyPr/>
          <a:lstStyle>
            <a:lvl1pPr>
              <a:defRPr/>
            </a:lvl1pPr>
          </a:lstStyle>
          <a:p>
            <a:pPr>
              <a:defRPr/>
            </a:pPr>
            <a:endParaRPr lang="tr-TR" altLang="en-US"/>
          </a:p>
        </p:txBody>
      </p:sp>
      <p:sp>
        <p:nvSpPr>
          <p:cNvPr id="7" name="Rectangle 7">
            <a:extLst>
              <a:ext uri="{FF2B5EF4-FFF2-40B4-BE49-F238E27FC236}">
                <a16:creationId xmlns:a16="http://schemas.microsoft.com/office/drawing/2014/main" id="{0737AC37-AA7B-536E-CFC1-1E071F9D9483}"/>
              </a:ext>
            </a:extLst>
          </p:cNvPr>
          <p:cNvSpPr>
            <a:spLocks noGrp="1" noChangeArrowheads="1"/>
          </p:cNvSpPr>
          <p:nvPr>
            <p:ph type="sldNum" sz="quarter" idx="12"/>
          </p:nvPr>
        </p:nvSpPr>
        <p:spPr/>
        <p:txBody>
          <a:bodyPr/>
          <a:lstStyle>
            <a:lvl1pPr>
              <a:defRPr smtClean="0"/>
            </a:lvl1pPr>
          </a:lstStyle>
          <a:p>
            <a:pPr>
              <a:defRPr/>
            </a:pPr>
            <a:fld id="{DF99C005-2252-4D91-A870-DC350F15EDD9}" type="slidenum">
              <a:rPr lang="tr-TR" altLang="en-US"/>
              <a:pPr>
                <a:defRPr/>
              </a:pPr>
              <a:t>‹#›</a:t>
            </a:fld>
            <a:endParaRPr lang="tr-TR" altLang="en-US"/>
          </a:p>
        </p:txBody>
      </p:sp>
    </p:spTree>
    <p:extLst>
      <p:ext uri="{BB962C8B-B14F-4D97-AF65-F5344CB8AC3E}">
        <p14:creationId xmlns:p14="http://schemas.microsoft.com/office/powerpoint/2010/main" val="1476396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26F41C00-FD51-D964-C06A-007FF7ED97F7}"/>
              </a:ext>
            </a:extLst>
          </p:cNvPr>
          <p:cNvSpPr>
            <a:spLocks noGrp="1"/>
          </p:cNvSpPr>
          <p:nvPr>
            <p:ph type="dt" sz="half" idx="10"/>
          </p:nvPr>
        </p:nvSpPr>
        <p:spPr/>
        <p:txBody>
          <a:bodyPr/>
          <a:lstStyle>
            <a:lvl1pPr>
              <a:defRPr/>
            </a:lvl1pPr>
          </a:lstStyle>
          <a:p>
            <a:pPr>
              <a:defRPr/>
            </a:pPr>
            <a:endParaRPr lang="tr-TR" altLang="en-US"/>
          </a:p>
        </p:txBody>
      </p:sp>
      <p:sp>
        <p:nvSpPr>
          <p:cNvPr id="5" name="Footer Placeholder 4">
            <a:extLst>
              <a:ext uri="{FF2B5EF4-FFF2-40B4-BE49-F238E27FC236}">
                <a16:creationId xmlns:a16="http://schemas.microsoft.com/office/drawing/2014/main" id="{9FEA47BF-B04C-C8AA-97B3-432F36D1C90B}"/>
              </a:ext>
            </a:extLst>
          </p:cNvPr>
          <p:cNvSpPr>
            <a:spLocks noGrp="1"/>
          </p:cNvSpPr>
          <p:nvPr>
            <p:ph type="ftr" sz="quarter" idx="11"/>
          </p:nvPr>
        </p:nvSpPr>
        <p:spPr/>
        <p:txBody>
          <a:bodyPr/>
          <a:lstStyle>
            <a:lvl1pPr>
              <a:defRPr/>
            </a:lvl1pPr>
          </a:lstStyle>
          <a:p>
            <a:pPr>
              <a:defRPr/>
            </a:pPr>
            <a:endParaRPr lang="tr-TR" altLang="en-US"/>
          </a:p>
        </p:txBody>
      </p:sp>
      <p:sp>
        <p:nvSpPr>
          <p:cNvPr id="6" name="Slide Number Placeholder 5">
            <a:extLst>
              <a:ext uri="{FF2B5EF4-FFF2-40B4-BE49-F238E27FC236}">
                <a16:creationId xmlns:a16="http://schemas.microsoft.com/office/drawing/2014/main" id="{9CF64DB5-AA18-3A98-6A57-4ACF1898EEBA}"/>
              </a:ext>
            </a:extLst>
          </p:cNvPr>
          <p:cNvSpPr>
            <a:spLocks noGrp="1"/>
          </p:cNvSpPr>
          <p:nvPr>
            <p:ph type="sldNum" sz="quarter" idx="12"/>
          </p:nvPr>
        </p:nvSpPr>
        <p:spPr/>
        <p:txBody>
          <a:bodyPr/>
          <a:lstStyle>
            <a:lvl1pPr>
              <a:defRPr smtClean="0"/>
            </a:lvl1pPr>
          </a:lstStyle>
          <a:p>
            <a:pPr>
              <a:defRPr/>
            </a:pPr>
            <a:fld id="{C2E76B57-1749-484A-BC30-43D176F9D50D}" type="slidenum">
              <a:rPr lang="tr-TR" altLang="en-US"/>
              <a:pPr>
                <a:defRPr/>
              </a:pPr>
              <a:t>‹#›</a:t>
            </a:fld>
            <a:endParaRPr lang="tr-TR" altLang="en-US"/>
          </a:p>
        </p:txBody>
      </p:sp>
    </p:spTree>
    <p:extLst>
      <p:ext uri="{BB962C8B-B14F-4D97-AF65-F5344CB8AC3E}">
        <p14:creationId xmlns:p14="http://schemas.microsoft.com/office/powerpoint/2010/main" val="864907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tr-T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8E047AB4-20D8-5BDF-D2EC-442E08DA7D34}"/>
              </a:ext>
            </a:extLst>
          </p:cNvPr>
          <p:cNvSpPr>
            <a:spLocks noGrp="1"/>
          </p:cNvSpPr>
          <p:nvPr>
            <p:ph type="dt" sz="half" idx="10"/>
          </p:nvPr>
        </p:nvSpPr>
        <p:spPr/>
        <p:txBody>
          <a:bodyPr/>
          <a:lstStyle>
            <a:lvl1pPr>
              <a:defRPr/>
            </a:lvl1pPr>
          </a:lstStyle>
          <a:p>
            <a:pPr>
              <a:defRPr/>
            </a:pPr>
            <a:endParaRPr lang="tr-TR" altLang="en-US"/>
          </a:p>
        </p:txBody>
      </p:sp>
      <p:sp>
        <p:nvSpPr>
          <p:cNvPr id="5" name="Footer Placeholder 4">
            <a:extLst>
              <a:ext uri="{FF2B5EF4-FFF2-40B4-BE49-F238E27FC236}">
                <a16:creationId xmlns:a16="http://schemas.microsoft.com/office/drawing/2014/main" id="{74FFA3D3-46AB-804C-5198-95416FD68EA7}"/>
              </a:ext>
            </a:extLst>
          </p:cNvPr>
          <p:cNvSpPr>
            <a:spLocks noGrp="1"/>
          </p:cNvSpPr>
          <p:nvPr>
            <p:ph type="ftr" sz="quarter" idx="11"/>
          </p:nvPr>
        </p:nvSpPr>
        <p:spPr/>
        <p:txBody>
          <a:bodyPr/>
          <a:lstStyle>
            <a:lvl1pPr>
              <a:defRPr/>
            </a:lvl1pPr>
          </a:lstStyle>
          <a:p>
            <a:pPr>
              <a:defRPr/>
            </a:pPr>
            <a:endParaRPr lang="tr-TR" altLang="en-US"/>
          </a:p>
        </p:txBody>
      </p:sp>
      <p:sp>
        <p:nvSpPr>
          <p:cNvPr id="6" name="Slide Number Placeholder 5">
            <a:extLst>
              <a:ext uri="{FF2B5EF4-FFF2-40B4-BE49-F238E27FC236}">
                <a16:creationId xmlns:a16="http://schemas.microsoft.com/office/drawing/2014/main" id="{E9A0336A-805F-5ABC-9A51-7A50271A6BA7}"/>
              </a:ext>
            </a:extLst>
          </p:cNvPr>
          <p:cNvSpPr>
            <a:spLocks noGrp="1"/>
          </p:cNvSpPr>
          <p:nvPr>
            <p:ph type="sldNum" sz="quarter" idx="12"/>
          </p:nvPr>
        </p:nvSpPr>
        <p:spPr/>
        <p:txBody>
          <a:bodyPr/>
          <a:lstStyle>
            <a:lvl1pPr>
              <a:defRPr smtClean="0"/>
            </a:lvl1pPr>
          </a:lstStyle>
          <a:p>
            <a:pPr>
              <a:defRPr/>
            </a:pPr>
            <a:fld id="{65FC94F7-A0AE-4E96-A679-1DD2EA013B42}" type="slidenum">
              <a:rPr lang="tr-TR" altLang="en-US"/>
              <a:pPr>
                <a:defRPr/>
              </a:pPr>
              <a:t>‹#›</a:t>
            </a:fld>
            <a:endParaRPr lang="tr-TR" altLang="en-US"/>
          </a:p>
        </p:txBody>
      </p:sp>
    </p:spTree>
    <p:extLst>
      <p:ext uri="{BB962C8B-B14F-4D97-AF65-F5344CB8AC3E}">
        <p14:creationId xmlns:p14="http://schemas.microsoft.com/office/powerpoint/2010/main" val="711051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07FDF938-720F-5505-BC9F-DCCCE240DE85}"/>
              </a:ext>
            </a:extLst>
          </p:cNvPr>
          <p:cNvSpPr>
            <a:spLocks noGrp="1"/>
          </p:cNvSpPr>
          <p:nvPr>
            <p:ph type="dt" sz="half" idx="10"/>
          </p:nvPr>
        </p:nvSpPr>
        <p:spPr/>
        <p:txBody>
          <a:bodyPr/>
          <a:lstStyle>
            <a:lvl1pPr>
              <a:defRPr/>
            </a:lvl1pPr>
          </a:lstStyle>
          <a:p>
            <a:pPr>
              <a:defRPr/>
            </a:pPr>
            <a:endParaRPr lang="tr-TR" altLang="en-US"/>
          </a:p>
        </p:txBody>
      </p:sp>
      <p:sp>
        <p:nvSpPr>
          <p:cNvPr id="6" name="Footer Placeholder 5">
            <a:extLst>
              <a:ext uri="{FF2B5EF4-FFF2-40B4-BE49-F238E27FC236}">
                <a16:creationId xmlns:a16="http://schemas.microsoft.com/office/drawing/2014/main" id="{5E2F8393-DDE7-6D05-436E-0C386F112CA2}"/>
              </a:ext>
            </a:extLst>
          </p:cNvPr>
          <p:cNvSpPr>
            <a:spLocks noGrp="1"/>
          </p:cNvSpPr>
          <p:nvPr>
            <p:ph type="ftr" sz="quarter" idx="11"/>
          </p:nvPr>
        </p:nvSpPr>
        <p:spPr/>
        <p:txBody>
          <a:bodyPr/>
          <a:lstStyle>
            <a:lvl1pPr>
              <a:defRPr/>
            </a:lvl1pPr>
          </a:lstStyle>
          <a:p>
            <a:pPr>
              <a:defRPr/>
            </a:pPr>
            <a:endParaRPr lang="tr-TR" altLang="en-US"/>
          </a:p>
        </p:txBody>
      </p:sp>
      <p:sp>
        <p:nvSpPr>
          <p:cNvPr id="7" name="Slide Number Placeholder 6">
            <a:extLst>
              <a:ext uri="{FF2B5EF4-FFF2-40B4-BE49-F238E27FC236}">
                <a16:creationId xmlns:a16="http://schemas.microsoft.com/office/drawing/2014/main" id="{0C7F7435-455E-5D77-838F-AF0E6942E1EE}"/>
              </a:ext>
            </a:extLst>
          </p:cNvPr>
          <p:cNvSpPr>
            <a:spLocks noGrp="1"/>
          </p:cNvSpPr>
          <p:nvPr>
            <p:ph type="sldNum" sz="quarter" idx="12"/>
          </p:nvPr>
        </p:nvSpPr>
        <p:spPr/>
        <p:txBody>
          <a:bodyPr/>
          <a:lstStyle>
            <a:lvl1pPr>
              <a:defRPr smtClean="0"/>
            </a:lvl1pPr>
          </a:lstStyle>
          <a:p>
            <a:pPr>
              <a:defRPr/>
            </a:pPr>
            <a:fld id="{36F56FD2-7595-4018-8F18-DCE15FFDB08C}" type="slidenum">
              <a:rPr lang="tr-TR" altLang="en-US"/>
              <a:pPr>
                <a:defRPr/>
              </a:pPr>
              <a:t>‹#›</a:t>
            </a:fld>
            <a:endParaRPr lang="tr-TR" altLang="en-US"/>
          </a:p>
        </p:txBody>
      </p:sp>
    </p:spTree>
    <p:extLst>
      <p:ext uri="{BB962C8B-B14F-4D97-AF65-F5344CB8AC3E}">
        <p14:creationId xmlns:p14="http://schemas.microsoft.com/office/powerpoint/2010/main" val="39372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tr-T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D7E5D91D-E05F-B872-1836-38E458D631A5}"/>
              </a:ext>
            </a:extLst>
          </p:cNvPr>
          <p:cNvSpPr>
            <a:spLocks noGrp="1"/>
          </p:cNvSpPr>
          <p:nvPr>
            <p:ph type="dt" sz="half" idx="10"/>
          </p:nvPr>
        </p:nvSpPr>
        <p:spPr/>
        <p:txBody>
          <a:bodyPr/>
          <a:lstStyle>
            <a:lvl1pPr>
              <a:defRPr/>
            </a:lvl1pPr>
          </a:lstStyle>
          <a:p>
            <a:pPr>
              <a:defRPr/>
            </a:pPr>
            <a:endParaRPr lang="tr-TR" altLang="en-US"/>
          </a:p>
        </p:txBody>
      </p:sp>
      <p:sp>
        <p:nvSpPr>
          <p:cNvPr id="8" name="Footer Placeholder 7">
            <a:extLst>
              <a:ext uri="{FF2B5EF4-FFF2-40B4-BE49-F238E27FC236}">
                <a16:creationId xmlns:a16="http://schemas.microsoft.com/office/drawing/2014/main" id="{A9CBA85D-DF49-0039-BF00-2A205D9EF642}"/>
              </a:ext>
            </a:extLst>
          </p:cNvPr>
          <p:cNvSpPr>
            <a:spLocks noGrp="1"/>
          </p:cNvSpPr>
          <p:nvPr>
            <p:ph type="ftr" sz="quarter" idx="11"/>
          </p:nvPr>
        </p:nvSpPr>
        <p:spPr/>
        <p:txBody>
          <a:bodyPr/>
          <a:lstStyle>
            <a:lvl1pPr>
              <a:defRPr/>
            </a:lvl1pPr>
          </a:lstStyle>
          <a:p>
            <a:pPr>
              <a:defRPr/>
            </a:pPr>
            <a:endParaRPr lang="tr-TR" altLang="en-US"/>
          </a:p>
        </p:txBody>
      </p:sp>
      <p:sp>
        <p:nvSpPr>
          <p:cNvPr id="9" name="Slide Number Placeholder 8">
            <a:extLst>
              <a:ext uri="{FF2B5EF4-FFF2-40B4-BE49-F238E27FC236}">
                <a16:creationId xmlns:a16="http://schemas.microsoft.com/office/drawing/2014/main" id="{073991B4-B697-1FB2-C26E-9CE44371C415}"/>
              </a:ext>
            </a:extLst>
          </p:cNvPr>
          <p:cNvSpPr>
            <a:spLocks noGrp="1"/>
          </p:cNvSpPr>
          <p:nvPr>
            <p:ph type="sldNum" sz="quarter" idx="12"/>
          </p:nvPr>
        </p:nvSpPr>
        <p:spPr/>
        <p:txBody>
          <a:bodyPr/>
          <a:lstStyle>
            <a:lvl1pPr>
              <a:defRPr smtClean="0"/>
            </a:lvl1pPr>
          </a:lstStyle>
          <a:p>
            <a:pPr>
              <a:defRPr/>
            </a:pPr>
            <a:fld id="{F5E22D41-3B2A-46A0-852A-5E39E51C087C}" type="slidenum">
              <a:rPr lang="tr-TR" altLang="en-US"/>
              <a:pPr>
                <a:defRPr/>
              </a:pPr>
              <a:t>‹#›</a:t>
            </a:fld>
            <a:endParaRPr lang="tr-TR" altLang="en-US"/>
          </a:p>
        </p:txBody>
      </p:sp>
    </p:spTree>
    <p:extLst>
      <p:ext uri="{BB962C8B-B14F-4D97-AF65-F5344CB8AC3E}">
        <p14:creationId xmlns:p14="http://schemas.microsoft.com/office/powerpoint/2010/main" val="635060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43883AAD-4411-9CDD-9F8D-E24491FAC0A5}"/>
              </a:ext>
            </a:extLst>
          </p:cNvPr>
          <p:cNvSpPr>
            <a:spLocks noGrp="1"/>
          </p:cNvSpPr>
          <p:nvPr>
            <p:ph type="dt" sz="half" idx="10"/>
          </p:nvPr>
        </p:nvSpPr>
        <p:spPr/>
        <p:txBody>
          <a:bodyPr/>
          <a:lstStyle>
            <a:lvl1pPr>
              <a:defRPr/>
            </a:lvl1pPr>
          </a:lstStyle>
          <a:p>
            <a:pPr>
              <a:defRPr/>
            </a:pPr>
            <a:endParaRPr lang="tr-TR" altLang="en-US"/>
          </a:p>
        </p:txBody>
      </p:sp>
      <p:sp>
        <p:nvSpPr>
          <p:cNvPr id="4" name="Footer Placeholder 3">
            <a:extLst>
              <a:ext uri="{FF2B5EF4-FFF2-40B4-BE49-F238E27FC236}">
                <a16:creationId xmlns:a16="http://schemas.microsoft.com/office/drawing/2014/main" id="{20C6545F-8241-8233-0DF0-EC1B5F13D4DC}"/>
              </a:ext>
            </a:extLst>
          </p:cNvPr>
          <p:cNvSpPr>
            <a:spLocks noGrp="1"/>
          </p:cNvSpPr>
          <p:nvPr>
            <p:ph type="ftr" sz="quarter" idx="11"/>
          </p:nvPr>
        </p:nvSpPr>
        <p:spPr/>
        <p:txBody>
          <a:bodyPr/>
          <a:lstStyle>
            <a:lvl1pPr>
              <a:defRPr/>
            </a:lvl1pPr>
          </a:lstStyle>
          <a:p>
            <a:pPr>
              <a:defRPr/>
            </a:pPr>
            <a:endParaRPr lang="tr-TR" altLang="en-US"/>
          </a:p>
        </p:txBody>
      </p:sp>
      <p:sp>
        <p:nvSpPr>
          <p:cNvPr id="5" name="Slide Number Placeholder 4">
            <a:extLst>
              <a:ext uri="{FF2B5EF4-FFF2-40B4-BE49-F238E27FC236}">
                <a16:creationId xmlns:a16="http://schemas.microsoft.com/office/drawing/2014/main" id="{019159B3-90A1-39EF-6641-AFF840E72184}"/>
              </a:ext>
            </a:extLst>
          </p:cNvPr>
          <p:cNvSpPr>
            <a:spLocks noGrp="1"/>
          </p:cNvSpPr>
          <p:nvPr>
            <p:ph type="sldNum" sz="quarter" idx="12"/>
          </p:nvPr>
        </p:nvSpPr>
        <p:spPr/>
        <p:txBody>
          <a:bodyPr/>
          <a:lstStyle>
            <a:lvl1pPr>
              <a:defRPr smtClean="0"/>
            </a:lvl1pPr>
          </a:lstStyle>
          <a:p>
            <a:pPr>
              <a:defRPr/>
            </a:pPr>
            <a:fld id="{F222A9E6-ABA4-432A-A7CC-69D592EEE659}" type="slidenum">
              <a:rPr lang="tr-TR" altLang="en-US"/>
              <a:pPr>
                <a:defRPr/>
              </a:pPr>
              <a:t>‹#›</a:t>
            </a:fld>
            <a:endParaRPr lang="tr-TR" altLang="en-US"/>
          </a:p>
        </p:txBody>
      </p:sp>
    </p:spTree>
    <p:extLst>
      <p:ext uri="{BB962C8B-B14F-4D97-AF65-F5344CB8AC3E}">
        <p14:creationId xmlns:p14="http://schemas.microsoft.com/office/powerpoint/2010/main" val="1810265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8A0463-882E-6B9D-5B28-DDE0D09780EB}"/>
              </a:ext>
            </a:extLst>
          </p:cNvPr>
          <p:cNvSpPr>
            <a:spLocks noGrp="1"/>
          </p:cNvSpPr>
          <p:nvPr>
            <p:ph type="dt" sz="half" idx="10"/>
          </p:nvPr>
        </p:nvSpPr>
        <p:spPr/>
        <p:txBody>
          <a:bodyPr/>
          <a:lstStyle>
            <a:lvl1pPr>
              <a:defRPr/>
            </a:lvl1pPr>
          </a:lstStyle>
          <a:p>
            <a:pPr>
              <a:defRPr/>
            </a:pPr>
            <a:endParaRPr lang="tr-TR" altLang="en-US"/>
          </a:p>
        </p:txBody>
      </p:sp>
      <p:sp>
        <p:nvSpPr>
          <p:cNvPr id="3" name="Footer Placeholder 2">
            <a:extLst>
              <a:ext uri="{FF2B5EF4-FFF2-40B4-BE49-F238E27FC236}">
                <a16:creationId xmlns:a16="http://schemas.microsoft.com/office/drawing/2014/main" id="{C87E507C-358B-0631-B53F-D9FEC4D46F4D}"/>
              </a:ext>
            </a:extLst>
          </p:cNvPr>
          <p:cNvSpPr>
            <a:spLocks noGrp="1"/>
          </p:cNvSpPr>
          <p:nvPr>
            <p:ph type="ftr" sz="quarter" idx="11"/>
          </p:nvPr>
        </p:nvSpPr>
        <p:spPr/>
        <p:txBody>
          <a:bodyPr/>
          <a:lstStyle>
            <a:lvl1pPr>
              <a:defRPr/>
            </a:lvl1pPr>
          </a:lstStyle>
          <a:p>
            <a:pPr>
              <a:defRPr/>
            </a:pPr>
            <a:endParaRPr lang="tr-TR" altLang="en-US"/>
          </a:p>
        </p:txBody>
      </p:sp>
      <p:sp>
        <p:nvSpPr>
          <p:cNvPr id="4" name="Slide Number Placeholder 3">
            <a:extLst>
              <a:ext uri="{FF2B5EF4-FFF2-40B4-BE49-F238E27FC236}">
                <a16:creationId xmlns:a16="http://schemas.microsoft.com/office/drawing/2014/main" id="{E6A8A1A7-50B7-9543-057C-CA7F907C94C4}"/>
              </a:ext>
            </a:extLst>
          </p:cNvPr>
          <p:cNvSpPr>
            <a:spLocks noGrp="1"/>
          </p:cNvSpPr>
          <p:nvPr>
            <p:ph type="sldNum" sz="quarter" idx="12"/>
          </p:nvPr>
        </p:nvSpPr>
        <p:spPr/>
        <p:txBody>
          <a:bodyPr/>
          <a:lstStyle>
            <a:lvl1pPr>
              <a:defRPr smtClean="0"/>
            </a:lvl1pPr>
          </a:lstStyle>
          <a:p>
            <a:pPr>
              <a:defRPr/>
            </a:pPr>
            <a:fld id="{C1AC9E5A-6918-48B3-A5F8-1CBE2A004D66}" type="slidenum">
              <a:rPr lang="tr-TR" altLang="en-US"/>
              <a:pPr>
                <a:defRPr/>
              </a:pPr>
              <a:t>‹#›</a:t>
            </a:fld>
            <a:endParaRPr lang="tr-TR" altLang="en-US"/>
          </a:p>
        </p:txBody>
      </p:sp>
    </p:spTree>
    <p:extLst>
      <p:ext uri="{BB962C8B-B14F-4D97-AF65-F5344CB8AC3E}">
        <p14:creationId xmlns:p14="http://schemas.microsoft.com/office/powerpoint/2010/main" val="389034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tr-T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F58C73-1DE5-38B0-AA4C-A3CCAC0B99A9}"/>
              </a:ext>
            </a:extLst>
          </p:cNvPr>
          <p:cNvSpPr>
            <a:spLocks noGrp="1"/>
          </p:cNvSpPr>
          <p:nvPr>
            <p:ph type="dt" sz="half" idx="10"/>
          </p:nvPr>
        </p:nvSpPr>
        <p:spPr/>
        <p:txBody>
          <a:bodyPr/>
          <a:lstStyle>
            <a:lvl1pPr>
              <a:defRPr/>
            </a:lvl1pPr>
          </a:lstStyle>
          <a:p>
            <a:pPr>
              <a:defRPr/>
            </a:pPr>
            <a:endParaRPr lang="tr-TR" altLang="en-US"/>
          </a:p>
        </p:txBody>
      </p:sp>
      <p:sp>
        <p:nvSpPr>
          <p:cNvPr id="6" name="Footer Placeholder 5">
            <a:extLst>
              <a:ext uri="{FF2B5EF4-FFF2-40B4-BE49-F238E27FC236}">
                <a16:creationId xmlns:a16="http://schemas.microsoft.com/office/drawing/2014/main" id="{25FFA23A-D96D-1B2B-3139-4E08D3A33B2C}"/>
              </a:ext>
            </a:extLst>
          </p:cNvPr>
          <p:cNvSpPr>
            <a:spLocks noGrp="1"/>
          </p:cNvSpPr>
          <p:nvPr>
            <p:ph type="ftr" sz="quarter" idx="11"/>
          </p:nvPr>
        </p:nvSpPr>
        <p:spPr/>
        <p:txBody>
          <a:bodyPr/>
          <a:lstStyle>
            <a:lvl1pPr>
              <a:defRPr/>
            </a:lvl1pPr>
          </a:lstStyle>
          <a:p>
            <a:pPr>
              <a:defRPr/>
            </a:pPr>
            <a:endParaRPr lang="tr-TR" altLang="en-US"/>
          </a:p>
        </p:txBody>
      </p:sp>
      <p:sp>
        <p:nvSpPr>
          <p:cNvPr id="7" name="Slide Number Placeholder 6">
            <a:extLst>
              <a:ext uri="{FF2B5EF4-FFF2-40B4-BE49-F238E27FC236}">
                <a16:creationId xmlns:a16="http://schemas.microsoft.com/office/drawing/2014/main" id="{EBC356A7-D10A-3EC9-CBB6-99EFD37CCB3E}"/>
              </a:ext>
            </a:extLst>
          </p:cNvPr>
          <p:cNvSpPr>
            <a:spLocks noGrp="1"/>
          </p:cNvSpPr>
          <p:nvPr>
            <p:ph type="sldNum" sz="quarter" idx="12"/>
          </p:nvPr>
        </p:nvSpPr>
        <p:spPr/>
        <p:txBody>
          <a:bodyPr/>
          <a:lstStyle>
            <a:lvl1pPr>
              <a:defRPr smtClean="0"/>
            </a:lvl1pPr>
          </a:lstStyle>
          <a:p>
            <a:pPr>
              <a:defRPr/>
            </a:pPr>
            <a:fld id="{91F9D9B3-D101-425F-8527-D210206DC283}" type="slidenum">
              <a:rPr lang="tr-TR" altLang="en-US"/>
              <a:pPr>
                <a:defRPr/>
              </a:pPr>
              <a:t>‹#›</a:t>
            </a:fld>
            <a:endParaRPr lang="tr-TR" altLang="en-US"/>
          </a:p>
        </p:txBody>
      </p:sp>
    </p:spTree>
    <p:extLst>
      <p:ext uri="{BB962C8B-B14F-4D97-AF65-F5344CB8AC3E}">
        <p14:creationId xmlns:p14="http://schemas.microsoft.com/office/powerpoint/2010/main" val="2980297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tr-T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44D0AA-AB10-3FD1-AEED-091098394EB9}"/>
              </a:ext>
            </a:extLst>
          </p:cNvPr>
          <p:cNvSpPr>
            <a:spLocks noGrp="1"/>
          </p:cNvSpPr>
          <p:nvPr>
            <p:ph type="dt" sz="half" idx="10"/>
          </p:nvPr>
        </p:nvSpPr>
        <p:spPr/>
        <p:txBody>
          <a:bodyPr/>
          <a:lstStyle>
            <a:lvl1pPr>
              <a:defRPr/>
            </a:lvl1pPr>
          </a:lstStyle>
          <a:p>
            <a:pPr>
              <a:defRPr/>
            </a:pPr>
            <a:endParaRPr lang="tr-TR" altLang="en-US"/>
          </a:p>
        </p:txBody>
      </p:sp>
      <p:sp>
        <p:nvSpPr>
          <p:cNvPr id="6" name="Footer Placeholder 5">
            <a:extLst>
              <a:ext uri="{FF2B5EF4-FFF2-40B4-BE49-F238E27FC236}">
                <a16:creationId xmlns:a16="http://schemas.microsoft.com/office/drawing/2014/main" id="{6C7C66FE-D3AB-02AB-AAE0-3B32A3A3FEB5}"/>
              </a:ext>
            </a:extLst>
          </p:cNvPr>
          <p:cNvSpPr>
            <a:spLocks noGrp="1"/>
          </p:cNvSpPr>
          <p:nvPr>
            <p:ph type="ftr" sz="quarter" idx="11"/>
          </p:nvPr>
        </p:nvSpPr>
        <p:spPr/>
        <p:txBody>
          <a:bodyPr/>
          <a:lstStyle>
            <a:lvl1pPr>
              <a:defRPr/>
            </a:lvl1pPr>
          </a:lstStyle>
          <a:p>
            <a:pPr>
              <a:defRPr/>
            </a:pPr>
            <a:endParaRPr lang="tr-TR" altLang="en-US"/>
          </a:p>
        </p:txBody>
      </p:sp>
      <p:sp>
        <p:nvSpPr>
          <p:cNvPr id="7" name="Slide Number Placeholder 6">
            <a:extLst>
              <a:ext uri="{FF2B5EF4-FFF2-40B4-BE49-F238E27FC236}">
                <a16:creationId xmlns:a16="http://schemas.microsoft.com/office/drawing/2014/main" id="{5C4A00D3-B9F9-BD07-08F8-4ED2EC3331A3}"/>
              </a:ext>
            </a:extLst>
          </p:cNvPr>
          <p:cNvSpPr>
            <a:spLocks noGrp="1"/>
          </p:cNvSpPr>
          <p:nvPr>
            <p:ph type="sldNum" sz="quarter" idx="12"/>
          </p:nvPr>
        </p:nvSpPr>
        <p:spPr/>
        <p:txBody>
          <a:bodyPr/>
          <a:lstStyle>
            <a:lvl1pPr>
              <a:defRPr smtClean="0"/>
            </a:lvl1pPr>
          </a:lstStyle>
          <a:p>
            <a:pPr>
              <a:defRPr/>
            </a:pPr>
            <a:fld id="{FDE363C8-47ED-4AA3-BD4A-E4B3DA000185}" type="slidenum">
              <a:rPr lang="tr-TR" altLang="en-US"/>
              <a:pPr>
                <a:defRPr/>
              </a:pPr>
              <a:t>‹#›</a:t>
            </a:fld>
            <a:endParaRPr lang="tr-TR" altLang="en-US"/>
          </a:p>
        </p:txBody>
      </p:sp>
    </p:spTree>
    <p:extLst>
      <p:ext uri="{BB962C8B-B14F-4D97-AF65-F5344CB8AC3E}">
        <p14:creationId xmlns:p14="http://schemas.microsoft.com/office/powerpoint/2010/main" val="282203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14884E96-1FD3-D4C5-A38C-18E0329155E5}"/>
              </a:ext>
            </a:extLst>
          </p:cNvPr>
          <p:cNvSpPr>
            <a:spLocks noGrp="1"/>
          </p:cNvSpPr>
          <p:nvPr>
            <p:ph type="dt" sz="half" idx="10"/>
          </p:nvPr>
        </p:nvSpPr>
        <p:spPr/>
        <p:txBody>
          <a:bodyPr/>
          <a:lstStyle>
            <a:lvl1pPr>
              <a:defRPr/>
            </a:lvl1pPr>
          </a:lstStyle>
          <a:p>
            <a:pPr>
              <a:defRPr/>
            </a:pPr>
            <a:endParaRPr lang="tr-TR" altLang="en-US"/>
          </a:p>
        </p:txBody>
      </p:sp>
      <p:sp>
        <p:nvSpPr>
          <p:cNvPr id="5" name="Footer Placeholder 4">
            <a:extLst>
              <a:ext uri="{FF2B5EF4-FFF2-40B4-BE49-F238E27FC236}">
                <a16:creationId xmlns:a16="http://schemas.microsoft.com/office/drawing/2014/main" id="{B5EF2F4F-103B-9AEC-E2F1-5633A82C183D}"/>
              </a:ext>
            </a:extLst>
          </p:cNvPr>
          <p:cNvSpPr>
            <a:spLocks noGrp="1"/>
          </p:cNvSpPr>
          <p:nvPr>
            <p:ph type="ftr" sz="quarter" idx="11"/>
          </p:nvPr>
        </p:nvSpPr>
        <p:spPr/>
        <p:txBody>
          <a:bodyPr/>
          <a:lstStyle>
            <a:lvl1pPr>
              <a:defRPr/>
            </a:lvl1pPr>
          </a:lstStyle>
          <a:p>
            <a:pPr>
              <a:defRPr/>
            </a:pPr>
            <a:endParaRPr lang="tr-TR" altLang="en-US"/>
          </a:p>
        </p:txBody>
      </p:sp>
      <p:sp>
        <p:nvSpPr>
          <p:cNvPr id="6" name="Slide Number Placeholder 5">
            <a:extLst>
              <a:ext uri="{FF2B5EF4-FFF2-40B4-BE49-F238E27FC236}">
                <a16:creationId xmlns:a16="http://schemas.microsoft.com/office/drawing/2014/main" id="{63343B1A-D148-F416-DA46-4CD53FDBCBB6}"/>
              </a:ext>
            </a:extLst>
          </p:cNvPr>
          <p:cNvSpPr>
            <a:spLocks noGrp="1"/>
          </p:cNvSpPr>
          <p:nvPr>
            <p:ph type="sldNum" sz="quarter" idx="12"/>
          </p:nvPr>
        </p:nvSpPr>
        <p:spPr/>
        <p:txBody>
          <a:bodyPr/>
          <a:lstStyle>
            <a:lvl1pPr>
              <a:defRPr smtClean="0"/>
            </a:lvl1pPr>
          </a:lstStyle>
          <a:p>
            <a:pPr>
              <a:defRPr/>
            </a:pPr>
            <a:fld id="{3FB8BC8C-4400-4021-95D1-4F718D8078A6}" type="slidenum">
              <a:rPr lang="tr-TR" altLang="en-US"/>
              <a:pPr>
                <a:defRPr/>
              </a:pPr>
              <a:t>‹#›</a:t>
            </a:fld>
            <a:endParaRPr lang="tr-TR" altLang="en-US"/>
          </a:p>
        </p:txBody>
      </p:sp>
    </p:spTree>
    <p:extLst>
      <p:ext uri="{BB962C8B-B14F-4D97-AF65-F5344CB8AC3E}">
        <p14:creationId xmlns:p14="http://schemas.microsoft.com/office/powerpoint/2010/main" val="193786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D96295A3-205C-13EB-A45D-B3F22AE0BCE0}"/>
              </a:ext>
            </a:extLst>
          </p:cNvPr>
          <p:cNvSpPr>
            <a:spLocks noGrp="1"/>
          </p:cNvSpPr>
          <p:nvPr>
            <p:ph type="dt" sz="half" idx="10"/>
          </p:nvPr>
        </p:nvSpPr>
        <p:spPr/>
        <p:txBody>
          <a:bodyPr/>
          <a:lstStyle>
            <a:lvl1pPr>
              <a:defRPr/>
            </a:lvl1pPr>
          </a:lstStyle>
          <a:p>
            <a:pPr>
              <a:defRPr/>
            </a:pPr>
            <a:endParaRPr lang="tr-TR" altLang="en-US"/>
          </a:p>
        </p:txBody>
      </p:sp>
      <p:sp>
        <p:nvSpPr>
          <p:cNvPr id="5" name="Footer Placeholder 4">
            <a:extLst>
              <a:ext uri="{FF2B5EF4-FFF2-40B4-BE49-F238E27FC236}">
                <a16:creationId xmlns:a16="http://schemas.microsoft.com/office/drawing/2014/main" id="{F8FD445C-7C89-E84D-8A78-45D443367464}"/>
              </a:ext>
            </a:extLst>
          </p:cNvPr>
          <p:cNvSpPr>
            <a:spLocks noGrp="1"/>
          </p:cNvSpPr>
          <p:nvPr>
            <p:ph type="ftr" sz="quarter" idx="11"/>
          </p:nvPr>
        </p:nvSpPr>
        <p:spPr/>
        <p:txBody>
          <a:bodyPr/>
          <a:lstStyle>
            <a:lvl1pPr>
              <a:defRPr/>
            </a:lvl1pPr>
          </a:lstStyle>
          <a:p>
            <a:pPr>
              <a:defRPr/>
            </a:pPr>
            <a:endParaRPr lang="tr-TR" altLang="en-US"/>
          </a:p>
        </p:txBody>
      </p:sp>
      <p:sp>
        <p:nvSpPr>
          <p:cNvPr id="6" name="Slide Number Placeholder 5">
            <a:extLst>
              <a:ext uri="{FF2B5EF4-FFF2-40B4-BE49-F238E27FC236}">
                <a16:creationId xmlns:a16="http://schemas.microsoft.com/office/drawing/2014/main" id="{BD1435E6-055A-BCA4-29EB-F15F07D835BC}"/>
              </a:ext>
            </a:extLst>
          </p:cNvPr>
          <p:cNvSpPr>
            <a:spLocks noGrp="1"/>
          </p:cNvSpPr>
          <p:nvPr>
            <p:ph type="sldNum" sz="quarter" idx="12"/>
          </p:nvPr>
        </p:nvSpPr>
        <p:spPr/>
        <p:txBody>
          <a:bodyPr/>
          <a:lstStyle>
            <a:lvl1pPr>
              <a:defRPr smtClean="0"/>
            </a:lvl1pPr>
          </a:lstStyle>
          <a:p>
            <a:pPr>
              <a:defRPr/>
            </a:pPr>
            <a:fld id="{A389DCDB-510D-491B-B179-55541A2E4CFB}" type="slidenum">
              <a:rPr lang="tr-TR" altLang="en-US"/>
              <a:pPr>
                <a:defRPr/>
              </a:pPr>
              <a:t>‹#›</a:t>
            </a:fld>
            <a:endParaRPr lang="tr-TR" altLang="en-US"/>
          </a:p>
        </p:txBody>
      </p:sp>
    </p:spTree>
    <p:extLst>
      <p:ext uri="{BB962C8B-B14F-4D97-AF65-F5344CB8AC3E}">
        <p14:creationId xmlns:p14="http://schemas.microsoft.com/office/powerpoint/2010/main" val="3892361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endParaRPr lang="tr-TR"/>
          </a:p>
        </p:txBody>
      </p:sp>
      <p:sp>
        <p:nvSpPr>
          <p:cNvPr id="3" name="Table Placeholder 2"/>
          <p:cNvSpPr>
            <a:spLocks noGrp="1"/>
          </p:cNvSpPr>
          <p:nvPr>
            <p:ph type="tbl" idx="1"/>
          </p:nvPr>
        </p:nvSpPr>
        <p:spPr>
          <a:xfrm>
            <a:off x="457200" y="1719263"/>
            <a:ext cx="8229600" cy="4411662"/>
          </a:xfrm>
        </p:spPr>
        <p:txBody>
          <a:bodyPr/>
          <a:lstStyle/>
          <a:p>
            <a:pPr lvl="0"/>
            <a:endParaRPr lang="tr-TR" noProof="0"/>
          </a:p>
        </p:txBody>
      </p:sp>
      <p:sp>
        <p:nvSpPr>
          <p:cNvPr id="4" name="Date Placeholder 3">
            <a:extLst>
              <a:ext uri="{FF2B5EF4-FFF2-40B4-BE49-F238E27FC236}">
                <a16:creationId xmlns:a16="http://schemas.microsoft.com/office/drawing/2014/main" id="{21044C9D-B8DA-4345-A5AA-C2B5B88B096E}"/>
              </a:ext>
            </a:extLst>
          </p:cNvPr>
          <p:cNvSpPr>
            <a:spLocks noGrp="1"/>
          </p:cNvSpPr>
          <p:nvPr>
            <p:ph type="dt" sz="half" idx="10"/>
          </p:nvPr>
        </p:nvSpPr>
        <p:spPr/>
        <p:txBody>
          <a:bodyPr/>
          <a:lstStyle>
            <a:lvl1pPr>
              <a:defRPr/>
            </a:lvl1pPr>
          </a:lstStyle>
          <a:p>
            <a:pPr>
              <a:defRPr/>
            </a:pPr>
            <a:endParaRPr lang="tr-TR" altLang="en-US"/>
          </a:p>
        </p:txBody>
      </p:sp>
      <p:sp>
        <p:nvSpPr>
          <p:cNvPr id="5" name="Footer Placeholder 4">
            <a:extLst>
              <a:ext uri="{FF2B5EF4-FFF2-40B4-BE49-F238E27FC236}">
                <a16:creationId xmlns:a16="http://schemas.microsoft.com/office/drawing/2014/main" id="{D5B51F46-260F-4835-21DA-1A89C6176806}"/>
              </a:ext>
            </a:extLst>
          </p:cNvPr>
          <p:cNvSpPr>
            <a:spLocks noGrp="1"/>
          </p:cNvSpPr>
          <p:nvPr>
            <p:ph type="ftr" sz="quarter" idx="11"/>
          </p:nvPr>
        </p:nvSpPr>
        <p:spPr/>
        <p:txBody>
          <a:bodyPr/>
          <a:lstStyle>
            <a:lvl1pPr>
              <a:defRPr/>
            </a:lvl1pPr>
          </a:lstStyle>
          <a:p>
            <a:pPr>
              <a:defRPr/>
            </a:pPr>
            <a:endParaRPr lang="tr-TR" altLang="en-US"/>
          </a:p>
        </p:txBody>
      </p:sp>
      <p:sp>
        <p:nvSpPr>
          <p:cNvPr id="6" name="Slide Number Placeholder 5">
            <a:extLst>
              <a:ext uri="{FF2B5EF4-FFF2-40B4-BE49-F238E27FC236}">
                <a16:creationId xmlns:a16="http://schemas.microsoft.com/office/drawing/2014/main" id="{87852C59-0C39-BDAB-91EC-1086BC1BADF1}"/>
              </a:ext>
            </a:extLst>
          </p:cNvPr>
          <p:cNvSpPr>
            <a:spLocks noGrp="1"/>
          </p:cNvSpPr>
          <p:nvPr>
            <p:ph type="sldNum" sz="quarter" idx="12"/>
          </p:nvPr>
        </p:nvSpPr>
        <p:spPr/>
        <p:txBody>
          <a:bodyPr/>
          <a:lstStyle>
            <a:lvl1pPr>
              <a:defRPr smtClean="0"/>
            </a:lvl1pPr>
          </a:lstStyle>
          <a:p>
            <a:pPr>
              <a:defRPr/>
            </a:pPr>
            <a:fld id="{4B1C8322-D6B7-46FC-8ECA-2025FA20BE6D}" type="slidenum">
              <a:rPr lang="tr-TR" altLang="en-US"/>
              <a:pPr>
                <a:defRPr/>
              </a:pPr>
              <a:t>‹#›</a:t>
            </a:fld>
            <a:endParaRPr lang="tr-TR" altLang="en-US"/>
          </a:p>
        </p:txBody>
      </p:sp>
    </p:spTree>
    <p:extLst>
      <p:ext uri="{BB962C8B-B14F-4D97-AF65-F5344CB8AC3E}">
        <p14:creationId xmlns:p14="http://schemas.microsoft.com/office/powerpoint/2010/main" val="4016267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1F392488-DC08-F8CA-EE30-F2B197DC7C07}"/>
              </a:ext>
            </a:extLst>
          </p:cNvPr>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tr-TR" altLang="en-US" dirty="0" err="1"/>
              <a:t>Click</a:t>
            </a:r>
            <a:r>
              <a:rPr lang="tr-TR" altLang="en-US" dirty="0"/>
              <a:t> </a:t>
            </a:r>
            <a:r>
              <a:rPr lang="tr-TR" altLang="en-US" dirty="0" err="1"/>
              <a:t>to</a:t>
            </a:r>
            <a:r>
              <a:rPr lang="tr-TR" altLang="en-US" dirty="0"/>
              <a:t> </a:t>
            </a:r>
            <a:r>
              <a:rPr lang="tr-TR" altLang="en-US" dirty="0" err="1"/>
              <a:t>edit</a:t>
            </a:r>
            <a:r>
              <a:rPr lang="tr-TR" altLang="en-US" dirty="0"/>
              <a:t> Master </a:t>
            </a:r>
            <a:r>
              <a:rPr lang="tr-TR" altLang="en-US" dirty="0" err="1"/>
              <a:t>title</a:t>
            </a:r>
            <a:r>
              <a:rPr lang="tr-TR" altLang="en-US" dirty="0"/>
              <a:t> </a:t>
            </a:r>
            <a:r>
              <a:rPr lang="tr-TR" altLang="en-US" dirty="0" err="1"/>
              <a:t>style</a:t>
            </a:r>
            <a:endParaRPr lang="tr-TR" altLang="en-US" dirty="0"/>
          </a:p>
        </p:txBody>
      </p:sp>
      <p:sp>
        <p:nvSpPr>
          <p:cNvPr id="1028" name="Rectangle 4">
            <a:extLst>
              <a:ext uri="{FF2B5EF4-FFF2-40B4-BE49-F238E27FC236}">
                <a16:creationId xmlns:a16="http://schemas.microsoft.com/office/drawing/2014/main" id="{7E123801-03F9-3247-DA45-651BA23C20B1}"/>
              </a:ext>
            </a:extLst>
          </p:cNvPr>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tr-TR" altLang="en-US" dirty="0" err="1"/>
              <a:t>Click</a:t>
            </a:r>
            <a:r>
              <a:rPr lang="tr-TR" altLang="en-US" dirty="0"/>
              <a:t> </a:t>
            </a:r>
            <a:r>
              <a:rPr lang="tr-TR" altLang="en-US" dirty="0" err="1"/>
              <a:t>to</a:t>
            </a:r>
            <a:r>
              <a:rPr lang="tr-TR" altLang="en-US" dirty="0"/>
              <a:t> </a:t>
            </a:r>
            <a:r>
              <a:rPr lang="tr-TR" altLang="en-US" dirty="0" err="1"/>
              <a:t>edit</a:t>
            </a:r>
            <a:r>
              <a:rPr lang="tr-TR" altLang="en-US" dirty="0"/>
              <a:t> Master </a:t>
            </a:r>
            <a:r>
              <a:rPr lang="tr-TR" altLang="en-US" dirty="0" err="1"/>
              <a:t>text</a:t>
            </a:r>
            <a:r>
              <a:rPr lang="tr-TR" altLang="en-US" dirty="0"/>
              <a:t> </a:t>
            </a:r>
            <a:r>
              <a:rPr lang="tr-TR" altLang="en-US" dirty="0" err="1"/>
              <a:t>styles</a:t>
            </a:r>
            <a:endParaRPr lang="tr-TR" altLang="en-US" dirty="0"/>
          </a:p>
          <a:p>
            <a:pPr lvl="1"/>
            <a:r>
              <a:rPr lang="tr-TR" altLang="en-US" dirty="0"/>
              <a:t>Second </a:t>
            </a:r>
            <a:r>
              <a:rPr lang="tr-TR" altLang="en-US" dirty="0" err="1"/>
              <a:t>level</a:t>
            </a:r>
            <a:endParaRPr lang="tr-TR" altLang="en-US" dirty="0"/>
          </a:p>
          <a:p>
            <a:pPr lvl="2"/>
            <a:r>
              <a:rPr lang="tr-TR" altLang="en-US" dirty="0"/>
              <a:t>Third </a:t>
            </a:r>
            <a:r>
              <a:rPr lang="tr-TR" altLang="en-US" dirty="0" err="1"/>
              <a:t>level</a:t>
            </a:r>
            <a:endParaRPr lang="tr-TR" altLang="en-US" dirty="0"/>
          </a:p>
          <a:p>
            <a:pPr lvl="3"/>
            <a:r>
              <a:rPr lang="tr-TR" altLang="en-US" dirty="0" err="1"/>
              <a:t>Fourth</a:t>
            </a:r>
            <a:r>
              <a:rPr lang="tr-TR" altLang="en-US" dirty="0"/>
              <a:t> </a:t>
            </a:r>
            <a:r>
              <a:rPr lang="tr-TR" altLang="en-US" dirty="0" err="1"/>
              <a:t>level</a:t>
            </a:r>
            <a:endParaRPr lang="tr-TR" altLang="en-US" dirty="0"/>
          </a:p>
          <a:p>
            <a:pPr lvl="4"/>
            <a:r>
              <a:rPr lang="tr-TR" altLang="en-US" dirty="0" err="1"/>
              <a:t>Fifth</a:t>
            </a:r>
            <a:r>
              <a:rPr lang="tr-TR" altLang="en-US" dirty="0"/>
              <a:t> </a:t>
            </a:r>
            <a:r>
              <a:rPr lang="tr-TR" altLang="en-US" dirty="0" err="1"/>
              <a:t>level</a:t>
            </a:r>
            <a:endParaRPr lang="tr-TR" altLang="en-US" dirty="0"/>
          </a:p>
        </p:txBody>
      </p:sp>
      <p:sp>
        <p:nvSpPr>
          <p:cNvPr id="6149" name="Rectangle 5">
            <a:extLst>
              <a:ext uri="{FF2B5EF4-FFF2-40B4-BE49-F238E27FC236}">
                <a16:creationId xmlns:a16="http://schemas.microsoft.com/office/drawing/2014/main" id="{40520A8E-BB7F-CE91-1C1D-D087A0BEC3EA}"/>
              </a:ext>
            </a:extLst>
          </p:cNvPr>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endParaRPr lang="tr-TR" altLang="en-US"/>
          </a:p>
        </p:txBody>
      </p:sp>
      <p:sp>
        <p:nvSpPr>
          <p:cNvPr id="6150" name="Rectangle 6">
            <a:extLst>
              <a:ext uri="{FF2B5EF4-FFF2-40B4-BE49-F238E27FC236}">
                <a16:creationId xmlns:a16="http://schemas.microsoft.com/office/drawing/2014/main" id="{6E55E42D-118F-546E-D66B-F1371E3A3A86}"/>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tr-TR" altLang="en-US"/>
          </a:p>
        </p:txBody>
      </p:sp>
      <p:sp>
        <p:nvSpPr>
          <p:cNvPr id="6151" name="Rectangle 7">
            <a:extLst>
              <a:ext uri="{FF2B5EF4-FFF2-40B4-BE49-F238E27FC236}">
                <a16:creationId xmlns:a16="http://schemas.microsoft.com/office/drawing/2014/main" id="{8DCC78BC-5158-ECC0-2DA9-0E6476910698}"/>
              </a:ext>
            </a:extLst>
          </p:cNvPr>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ACBB69AA-FD98-4EA7-A8C4-45EF88C0AB01}" type="slidenum">
              <a:rPr lang="tr-TR" altLang="en-US"/>
              <a:pPr>
                <a:defRPr/>
              </a:pPr>
              <a:t>‹#›</a:t>
            </a:fld>
            <a:endParaRPr lang="tr-TR" altLang="en-US"/>
          </a:p>
        </p:txBody>
      </p:sp>
      <p:pic>
        <p:nvPicPr>
          <p:cNvPr id="1032" name="Picture 8">
            <a:extLst>
              <a:ext uri="{FF2B5EF4-FFF2-40B4-BE49-F238E27FC236}">
                <a16:creationId xmlns:a16="http://schemas.microsoft.com/office/drawing/2014/main" id="{95042E6A-90C4-71EE-04EB-9F4CC18FFF38}"/>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016875" y="368300"/>
            <a:ext cx="981075"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lvl1pPr algn="l" rtl="0" eaLnBrk="0" fontAlgn="base" hangingPunct="0">
        <a:spcBef>
          <a:spcPct val="0"/>
        </a:spcBef>
        <a:spcAft>
          <a:spcPct val="0"/>
        </a:spcAft>
        <a:defRPr sz="3900" b="1" kern="1200">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defRPr>
      </a:lvl2pPr>
      <a:lvl3pPr algn="l" rtl="0" eaLnBrk="0" fontAlgn="base" hangingPunct="0">
        <a:spcBef>
          <a:spcPct val="0"/>
        </a:spcBef>
        <a:spcAft>
          <a:spcPct val="0"/>
        </a:spcAft>
        <a:defRPr sz="3900" b="1">
          <a:solidFill>
            <a:schemeClr val="tx2"/>
          </a:solidFill>
          <a:latin typeface="Arial" panose="020B0604020202020204" pitchFamily="34" charset="0"/>
        </a:defRPr>
      </a:lvl3pPr>
      <a:lvl4pPr algn="l" rtl="0" eaLnBrk="0" fontAlgn="base" hangingPunct="0">
        <a:spcBef>
          <a:spcPct val="0"/>
        </a:spcBef>
        <a:spcAft>
          <a:spcPct val="0"/>
        </a:spcAft>
        <a:defRPr sz="3900" b="1">
          <a:solidFill>
            <a:schemeClr val="tx2"/>
          </a:solidFill>
          <a:latin typeface="Arial" panose="020B0604020202020204" pitchFamily="34" charset="0"/>
        </a:defRPr>
      </a:lvl4pPr>
      <a:lvl5pPr algn="l" rtl="0" eaLnBrk="0" fontAlgn="base" hangingPunct="0">
        <a:spcBef>
          <a:spcPct val="0"/>
        </a:spcBef>
        <a:spcAft>
          <a:spcPct val="0"/>
        </a:spcAft>
        <a:defRPr sz="3900" b="1">
          <a:solidFill>
            <a:schemeClr val="tx2"/>
          </a:solidFill>
          <a:latin typeface="Arial" panose="020B0604020202020204" pitchFamily="34" charset="0"/>
        </a:defRPr>
      </a:lvl5pPr>
      <a:lvl6pPr marL="457200" algn="l" rtl="0" fontAlgn="base">
        <a:spcBef>
          <a:spcPct val="0"/>
        </a:spcBef>
        <a:spcAft>
          <a:spcPct val="0"/>
        </a:spcAft>
        <a:defRPr sz="3900" b="1">
          <a:solidFill>
            <a:schemeClr val="tx2"/>
          </a:solidFill>
          <a:latin typeface="Arial" panose="020B0604020202020204" pitchFamily="34" charset="0"/>
        </a:defRPr>
      </a:lvl6pPr>
      <a:lvl7pPr marL="914400" algn="l" rtl="0" fontAlgn="base">
        <a:spcBef>
          <a:spcPct val="0"/>
        </a:spcBef>
        <a:spcAft>
          <a:spcPct val="0"/>
        </a:spcAft>
        <a:defRPr sz="3900" b="1">
          <a:solidFill>
            <a:schemeClr val="tx2"/>
          </a:solidFill>
          <a:latin typeface="Arial" panose="020B0604020202020204" pitchFamily="34" charset="0"/>
        </a:defRPr>
      </a:lvl7pPr>
      <a:lvl8pPr marL="1371600" algn="l" rtl="0" fontAlgn="base">
        <a:spcBef>
          <a:spcPct val="0"/>
        </a:spcBef>
        <a:spcAft>
          <a:spcPct val="0"/>
        </a:spcAft>
        <a:defRPr sz="3900" b="1">
          <a:solidFill>
            <a:schemeClr val="tx2"/>
          </a:solidFill>
          <a:latin typeface="Arial" panose="020B0604020202020204" pitchFamily="34" charset="0"/>
        </a:defRPr>
      </a:lvl8pPr>
      <a:lvl9pPr marL="1828800" algn="l" rtl="0" fontAlgn="base">
        <a:spcBef>
          <a:spcPct val="0"/>
        </a:spcBef>
        <a:spcAft>
          <a:spcPct val="0"/>
        </a:spcAft>
        <a:defRPr sz="39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developer.mozilla.org/en-US/docs/Web/JavaScript/Reference/Operators/typeof"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medium.com/frontend-development-with-js/neden-javascripte-neden-symbol-t%C3%BCr%C3%BCne-i%CC%87htiya%C3%A7-duyuldu-8f010abd621a" TargetMode="External"/><Relationship Id="rId2" Type="http://schemas.openxmlformats.org/officeDocument/2006/relationships/hyperlink" Target="https://medium.com/@ie.turkmen/javascriptte-mutable-ve-immutable-kavramlar%C4%B1-anlamak-ve-kullanmak-1c90013aeea0"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1CC7E-8062-75B7-B281-7AF7552FA599}"/>
              </a:ext>
            </a:extLst>
          </p:cNvPr>
          <p:cNvSpPr>
            <a:spLocks noGrp="1"/>
          </p:cNvSpPr>
          <p:nvPr>
            <p:ph type="ctrTitle"/>
          </p:nvPr>
        </p:nvSpPr>
        <p:spPr/>
        <p:txBody>
          <a:bodyPr/>
          <a:lstStyle/>
          <a:p>
            <a:r>
              <a:rPr lang="tr-TR" dirty="0" err="1"/>
              <a:t>Javascript</a:t>
            </a:r>
            <a:endParaRPr lang="tr-TR" dirty="0"/>
          </a:p>
        </p:txBody>
      </p:sp>
      <p:sp>
        <p:nvSpPr>
          <p:cNvPr id="3" name="Subtitle 2">
            <a:extLst>
              <a:ext uri="{FF2B5EF4-FFF2-40B4-BE49-F238E27FC236}">
                <a16:creationId xmlns:a16="http://schemas.microsoft.com/office/drawing/2014/main" id="{A5C98E13-63E1-8FC2-8E98-C762C44BDB1C}"/>
              </a:ext>
            </a:extLst>
          </p:cNvPr>
          <p:cNvSpPr>
            <a:spLocks noGrp="1"/>
          </p:cNvSpPr>
          <p:nvPr>
            <p:ph type="subTitle" idx="1"/>
          </p:nvPr>
        </p:nvSpPr>
        <p:spPr/>
        <p:txBody>
          <a:bodyPr/>
          <a:lstStyle/>
          <a:p>
            <a:r>
              <a:rPr lang="tr-TR" dirty="0"/>
              <a:t>MBP 214 Web Programlama</a:t>
            </a:r>
          </a:p>
          <a:p>
            <a:r>
              <a:rPr lang="tr-TR" dirty="0"/>
              <a:t>Bahar 25-26</a:t>
            </a:r>
          </a:p>
          <a:p>
            <a:r>
              <a:rPr lang="tr-TR" dirty="0"/>
              <a:t>İEU Bilgisayar </a:t>
            </a:r>
            <a:r>
              <a:rPr lang="tr-TR" dirty="0" err="1"/>
              <a:t>Prog</a:t>
            </a:r>
            <a:r>
              <a:rPr lang="tr-TR" dirty="0"/>
              <a:t>.</a:t>
            </a:r>
          </a:p>
        </p:txBody>
      </p:sp>
      <p:sp>
        <p:nvSpPr>
          <p:cNvPr id="4" name="Slide Number Placeholder 3">
            <a:extLst>
              <a:ext uri="{FF2B5EF4-FFF2-40B4-BE49-F238E27FC236}">
                <a16:creationId xmlns:a16="http://schemas.microsoft.com/office/drawing/2014/main" id="{99292917-C7E7-4240-14A1-16F99C513505}"/>
              </a:ext>
            </a:extLst>
          </p:cNvPr>
          <p:cNvSpPr>
            <a:spLocks noGrp="1"/>
          </p:cNvSpPr>
          <p:nvPr>
            <p:ph type="sldNum" sz="quarter" idx="12"/>
          </p:nvPr>
        </p:nvSpPr>
        <p:spPr/>
        <p:txBody>
          <a:bodyPr/>
          <a:lstStyle/>
          <a:p>
            <a:pPr>
              <a:defRPr/>
            </a:pPr>
            <a:fld id="{DF99C005-2252-4D91-A870-DC350F15EDD9}" type="slidenum">
              <a:rPr lang="tr-TR" altLang="en-US" smtClean="0"/>
              <a:pPr>
                <a:defRPr/>
              </a:pPr>
              <a:t>1</a:t>
            </a:fld>
            <a:endParaRPr lang="tr-TR" altLang="en-US"/>
          </a:p>
        </p:txBody>
      </p:sp>
    </p:spTree>
    <p:extLst>
      <p:ext uri="{BB962C8B-B14F-4D97-AF65-F5344CB8AC3E}">
        <p14:creationId xmlns:p14="http://schemas.microsoft.com/office/powerpoint/2010/main" val="1037030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8DE41F3-FE77-5BD3-FEC5-25353E9206EC}"/>
              </a:ext>
            </a:extLst>
          </p:cNvPr>
          <p:cNvSpPr>
            <a:spLocks noGrp="1" noChangeArrowheads="1"/>
          </p:cNvSpPr>
          <p:nvPr>
            <p:ph type="title"/>
          </p:nvPr>
        </p:nvSpPr>
        <p:spPr/>
        <p:txBody>
          <a:bodyPr/>
          <a:lstStyle/>
          <a:p>
            <a:pPr eaLnBrk="1" hangingPunct="1"/>
            <a:r>
              <a:rPr lang="tr-TR" altLang="tr-TR" sz="3200"/>
              <a:t>JavaScript</a:t>
            </a:r>
          </a:p>
        </p:txBody>
      </p:sp>
      <p:sp>
        <p:nvSpPr>
          <p:cNvPr id="14339" name="Rectangle 3">
            <a:extLst>
              <a:ext uri="{FF2B5EF4-FFF2-40B4-BE49-F238E27FC236}">
                <a16:creationId xmlns:a16="http://schemas.microsoft.com/office/drawing/2014/main" id="{0588A15B-A24C-CD0E-E17D-57E0C316ECFC}"/>
              </a:ext>
            </a:extLst>
          </p:cNvPr>
          <p:cNvSpPr>
            <a:spLocks noGrp="1" noChangeArrowheads="1"/>
          </p:cNvSpPr>
          <p:nvPr>
            <p:ph type="body" idx="1"/>
          </p:nvPr>
        </p:nvSpPr>
        <p:spPr>
          <a:xfrm>
            <a:off x="457200" y="1719263"/>
            <a:ext cx="5050904" cy="4411662"/>
          </a:xfrm>
        </p:spPr>
        <p:txBody>
          <a:bodyPr>
            <a:normAutofit fontScale="85000" lnSpcReduction="10000"/>
          </a:bodyPr>
          <a:lstStyle/>
          <a:p>
            <a:pPr eaLnBrk="1" hangingPunct="1"/>
            <a:r>
              <a:rPr lang="tr-TR" altLang="tr-TR" dirty="0" err="1"/>
              <a:t>Javascript</a:t>
            </a:r>
            <a:r>
              <a:rPr lang="tr-TR" altLang="tr-TR" dirty="0"/>
              <a:t> , Netscape firması tarafından C dilinden esinlenilerek yazılmıştır</a:t>
            </a:r>
            <a:r>
              <a:rPr lang="en-US" altLang="tr-TR" dirty="0"/>
              <a:t>. </a:t>
            </a:r>
            <a:r>
              <a:rPr lang="en-US" altLang="tr-TR" sz="2000" dirty="0" err="1"/>
              <a:t>LiveScript</a:t>
            </a:r>
            <a:r>
              <a:rPr lang="en-US" altLang="tr-TR" sz="2000" dirty="0"/>
              <a:t> &amp; Netscape Navigator</a:t>
            </a:r>
            <a:endParaRPr lang="tr-TR" altLang="tr-TR" dirty="0"/>
          </a:p>
          <a:p>
            <a:pPr eaLnBrk="1" hangingPunct="1"/>
            <a:r>
              <a:rPr lang="tr-TR" altLang="tr-TR" dirty="0"/>
              <a:t>Yazılma amacı Html'in sahip olmadığı bazı özelliklerin web sayfalarında kullanılmak istenmesidir </a:t>
            </a:r>
          </a:p>
          <a:p>
            <a:pPr eaLnBrk="1" hangingPunct="1"/>
            <a:r>
              <a:rPr lang="tr-TR" altLang="tr-TR" dirty="0"/>
              <a:t>Java programlama dilinden tamamen farklıdır karıştırmayınız.</a:t>
            </a:r>
            <a:r>
              <a:rPr lang="en-US" altLang="tr-TR" dirty="0"/>
              <a:t> </a:t>
            </a:r>
            <a:r>
              <a:rPr lang="en-US" altLang="tr-TR" sz="1200" dirty="0"/>
              <a:t>JavaScript </a:t>
            </a:r>
            <a:r>
              <a:rPr lang="en-US" altLang="tr-TR" sz="1200" dirty="0" err="1"/>
              <a:t>sadece</a:t>
            </a:r>
            <a:r>
              <a:rPr lang="en-US" altLang="tr-TR" sz="1200" dirty="0"/>
              <a:t> </a:t>
            </a:r>
            <a:r>
              <a:rPr lang="en-US" altLang="tr-TR" sz="1200" dirty="0" err="1"/>
              <a:t>isim</a:t>
            </a:r>
            <a:r>
              <a:rPr lang="en-US" altLang="tr-TR" sz="1200" dirty="0"/>
              <a:t> </a:t>
            </a:r>
            <a:r>
              <a:rPr lang="en-US" altLang="tr-TR" sz="1200" dirty="0" err="1"/>
              <a:t>babası</a:t>
            </a:r>
            <a:endParaRPr lang="tr-TR" altLang="tr-TR" dirty="0"/>
          </a:p>
          <a:p>
            <a:pPr eaLnBrk="1" hangingPunct="1"/>
            <a:endParaRPr lang="tr-TR" altLang="tr-TR" dirty="0"/>
          </a:p>
          <a:p>
            <a:pPr eaLnBrk="1" hangingPunct="1"/>
            <a:endParaRPr lang="tr-TR" altLang="tr-TR" dirty="0"/>
          </a:p>
        </p:txBody>
      </p:sp>
      <p:sp>
        <p:nvSpPr>
          <p:cNvPr id="14340" name="Line 4">
            <a:extLst>
              <a:ext uri="{FF2B5EF4-FFF2-40B4-BE49-F238E27FC236}">
                <a16:creationId xmlns:a16="http://schemas.microsoft.com/office/drawing/2014/main" id="{2653EB87-176E-E8BB-83DD-DA22FFE7DD6F}"/>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pic>
        <p:nvPicPr>
          <p:cNvPr id="3" name="Picture 2">
            <a:extLst>
              <a:ext uri="{FF2B5EF4-FFF2-40B4-BE49-F238E27FC236}">
                <a16:creationId xmlns:a16="http://schemas.microsoft.com/office/drawing/2014/main" id="{B15DF510-AA41-3F1B-5017-6AE51B2AC722}"/>
              </a:ext>
            </a:extLst>
          </p:cNvPr>
          <p:cNvPicPr>
            <a:picLocks noChangeAspect="1"/>
          </p:cNvPicPr>
          <p:nvPr/>
        </p:nvPicPr>
        <p:blipFill>
          <a:blip r:embed="rId2"/>
          <a:stretch>
            <a:fillRect/>
          </a:stretch>
        </p:blipFill>
        <p:spPr>
          <a:xfrm>
            <a:off x="5364088" y="1719263"/>
            <a:ext cx="3689266" cy="2448270"/>
          </a:xfrm>
          <a:prstGeom prst="rect">
            <a:avLst/>
          </a:prstGeom>
        </p:spPr>
      </p:pic>
      <p:sp>
        <p:nvSpPr>
          <p:cNvPr id="4" name="Slide Number Placeholder 3">
            <a:extLst>
              <a:ext uri="{FF2B5EF4-FFF2-40B4-BE49-F238E27FC236}">
                <a16:creationId xmlns:a16="http://schemas.microsoft.com/office/drawing/2014/main" id="{05E6B8CC-BFCD-CBC6-71D4-E4AD8A1F5154}"/>
              </a:ext>
            </a:extLst>
          </p:cNvPr>
          <p:cNvSpPr>
            <a:spLocks noGrp="1"/>
          </p:cNvSpPr>
          <p:nvPr>
            <p:ph type="sldNum" sz="quarter" idx="12"/>
          </p:nvPr>
        </p:nvSpPr>
        <p:spPr/>
        <p:txBody>
          <a:bodyPr/>
          <a:lstStyle/>
          <a:p>
            <a:pPr>
              <a:defRPr/>
            </a:pPr>
            <a:fld id="{C2E76B57-1749-484A-BC30-43D176F9D50D}" type="slidenum">
              <a:rPr lang="tr-TR" altLang="en-US" smtClean="0"/>
              <a:pPr>
                <a:defRPr/>
              </a:pPr>
              <a:t>2</a:t>
            </a:fld>
            <a:endParaRPr lang="tr-T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44E57-BF57-9DF8-CC4D-1D841A9B1E4C}"/>
              </a:ext>
            </a:extLst>
          </p:cNvPr>
          <p:cNvSpPr>
            <a:spLocks noGrp="1"/>
          </p:cNvSpPr>
          <p:nvPr>
            <p:ph type="title"/>
          </p:nvPr>
        </p:nvSpPr>
        <p:spPr/>
        <p:txBody>
          <a:bodyPr/>
          <a:lstStyle/>
          <a:p>
            <a:r>
              <a:rPr lang="en-US" dirty="0"/>
              <a:t>JavaScript </a:t>
            </a:r>
            <a:r>
              <a:rPr lang="en-US" dirty="0" err="1"/>
              <a:t>Amacı</a:t>
            </a:r>
            <a:endParaRPr lang="tr-TR" dirty="0"/>
          </a:p>
        </p:txBody>
      </p:sp>
      <p:sp>
        <p:nvSpPr>
          <p:cNvPr id="3" name="Content Placeholder 2">
            <a:extLst>
              <a:ext uri="{FF2B5EF4-FFF2-40B4-BE49-F238E27FC236}">
                <a16:creationId xmlns:a16="http://schemas.microsoft.com/office/drawing/2014/main" id="{CAE0F66E-AEAF-0A51-CDAB-A6420EFF106A}"/>
              </a:ext>
            </a:extLst>
          </p:cNvPr>
          <p:cNvSpPr>
            <a:spLocks noGrp="1"/>
          </p:cNvSpPr>
          <p:nvPr>
            <p:ph idx="1"/>
          </p:nvPr>
        </p:nvSpPr>
        <p:spPr/>
        <p:txBody>
          <a:bodyPr>
            <a:normAutofit fontScale="92500"/>
          </a:bodyPr>
          <a:lstStyle/>
          <a:p>
            <a:pPr marL="0" indent="0" algn="ctr">
              <a:buNone/>
            </a:pPr>
            <a:r>
              <a:rPr lang="en-US" sz="2400" b="1" dirty="0">
                <a:solidFill>
                  <a:srgbClr val="0070C0"/>
                </a:solidFill>
              </a:rPr>
              <a:t>Web </a:t>
            </a:r>
            <a:r>
              <a:rPr lang="en-US" sz="2400" b="1" dirty="0" err="1">
                <a:solidFill>
                  <a:srgbClr val="0070C0"/>
                </a:solidFill>
              </a:rPr>
              <a:t>Sayfası</a:t>
            </a:r>
            <a:r>
              <a:rPr lang="en-US" sz="2400" b="1" dirty="0">
                <a:solidFill>
                  <a:srgbClr val="0070C0"/>
                </a:solidFill>
              </a:rPr>
              <a:t> = </a:t>
            </a:r>
            <a:r>
              <a:rPr lang="en-US" sz="2400" b="1" dirty="0" err="1">
                <a:solidFill>
                  <a:srgbClr val="0070C0"/>
                </a:solidFill>
              </a:rPr>
              <a:t>İçerik</a:t>
            </a:r>
            <a:r>
              <a:rPr lang="en-US" sz="2400" b="1" dirty="0">
                <a:solidFill>
                  <a:srgbClr val="0070C0"/>
                </a:solidFill>
              </a:rPr>
              <a:t> (HTML) + </a:t>
            </a:r>
            <a:r>
              <a:rPr lang="en-US" sz="2400" b="1" dirty="0" err="1">
                <a:solidFill>
                  <a:srgbClr val="0070C0"/>
                </a:solidFill>
              </a:rPr>
              <a:t>Sunum</a:t>
            </a:r>
            <a:r>
              <a:rPr lang="en-US" sz="2400" b="1" dirty="0">
                <a:solidFill>
                  <a:srgbClr val="0070C0"/>
                </a:solidFill>
              </a:rPr>
              <a:t> (CSS) + </a:t>
            </a:r>
            <a:r>
              <a:rPr lang="en-US" sz="2400" b="1" dirty="0" err="1">
                <a:solidFill>
                  <a:srgbClr val="0070C0"/>
                </a:solidFill>
              </a:rPr>
              <a:t>Etkileşim</a:t>
            </a:r>
            <a:r>
              <a:rPr lang="en-US" sz="2400" b="1" dirty="0">
                <a:solidFill>
                  <a:srgbClr val="0070C0"/>
                </a:solidFill>
              </a:rPr>
              <a:t> (JS)</a:t>
            </a:r>
          </a:p>
          <a:p>
            <a:pPr marL="0" indent="0" algn="ctr">
              <a:buNone/>
            </a:pPr>
            <a:endParaRPr lang="en-US" sz="2400" b="1" dirty="0">
              <a:solidFill>
                <a:srgbClr val="0070C0"/>
              </a:solidFill>
            </a:endParaRPr>
          </a:p>
          <a:p>
            <a:r>
              <a:rPr lang="tr-TR" sz="2200" b="1" dirty="0"/>
              <a:t>Etkileşim:</a:t>
            </a:r>
            <a:r>
              <a:rPr lang="tr-TR" sz="2200" dirty="0"/>
              <a:t> Kullanıcı bir butona tıkladığında formun onaylanması, açılır menülerin çalışması veya bir "beğen" butonunun anında renk değiştirmesi JS ile olur.</a:t>
            </a:r>
            <a:endParaRPr lang="en-US" sz="2200" dirty="0"/>
          </a:p>
          <a:p>
            <a:r>
              <a:rPr lang="tr-TR" sz="2200" b="1" dirty="0"/>
              <a:t>Dinamik İçerik:</a:t>
            </a:r>
            <a:r>
              <a:rPr lang="tr-TR" sz="2200" dirty="0"/>
              <a:t> Sayfayı yenilemeden verilerin güncellenmesini sağlar (örneğin, canlı skorlar veya mesajlaşma uygulamaları).</a:t>
            </a:r>
            <a:endParaRPr lang="en-US" sz="2200" dirty="0"/>
          </a:p>
          <a:p>
            <a:r>
              <a:rPr lang="tr-TR" sz="2200" b="1" dirty="0"/>
              <a:t>Hız:</a:t>
            </a:r>
            <a:r>
              <a:rPr lang="tr-TR" sz="2200" dirty="0"/>
              <a:t> İşlemlerin çoğu kullanıcının bilgisayarında (istemci tarafında) gerçekleştiği için sunucu yükünü azaltır ve hızı artırır.</a:t>
            </a:r>
            <a:endParaRPr lang="en-US" sz="2200" dirty="0"/>
          </a:p>
          <a:p>
            <a:r>
              <a:rPr lang="tr-TR" sz="2200" b="1" dirty="0"/>
              <a:t>Modern </a:t>
            </a:r>
            <a:r>
              <a:rPr lang="tr-TR" sz="2200" b="1" dirty="0" err="1"/>
              <a:t>API'ler</a:t>
            </a:r>
            <a:r>
              <a:rPr lang="tr-TR" sz="2200" b="1" dirty="0"/>
              <a:t>:</a:t>
            </a:r>
            <a:r>
              <a:rPr lang="tr-TR" sz="2200" dirty="0"/>
              <a:t> Coğrafi konum (GPS), kamera erişimi ve ses işleme gibi gelişmiş özellikleri tarayıcıya taşır.</a:t>
            </a:r>
          </a:p>
        </p:txBody>
      </p:sp>
      <p:pic>
        <p:nvPicPr>
          <p:cNvPr id="6" name="Picture 5">
            <a:extLst>
              <a:ext uri="{FF2B5EF4-FFF2-40B4-BE49-F238E27FC236}">
                <a16:creationId xmlns:a16="http://schemas.microsoft.com/office/drawing/2014/main" id="{6CB62473-3EB6-D398-A1B2-82C060DB9721}"/>
              </a:ext>
            </a:extLst>
          </p:cNvPr>
          <p:cNvPicPr>
            <a:picLocks noChangeAspect="1"/>
          </p:cNvPicPr>
          <p:nvPr/>
        </p:nvPicPr>
        <p:blipFill>
          <a:blip r:embed="rId2"/>
          <a:stretch>
            <a:fillRect/>
          </a:stretch>
        </p:blipFill>
        <p:spPr>
          <a:xfrm>
            <a:off x="5652120" y="122238"/>
            <a:ext cx="1738495" cy="1470137"/>
          </a:xfrm>
          <a:prstGeom prst="rect">
            <a:avLst/>
          </a:prstGeom>
        </p:spPr>
      </p:pic>
      <p:sp>
        <p:nvSpPr>
          <p:cNvPr id="7" name="Slide Number Placeholder 6">
            <a:extLst>
              <a:ext uri="{FF2B5EF4-FFF2-40B4-BE49-F238E27FC236}">
                <a16:creationId xmlns:a16="http://schemas.microsoft.com/office/drawing/2014/main" id="{61214246-4CD5-BF04-1601-AEBCA158FEAF}"/>
              </a:ext>
            </a:extLst>
          </p:cNvPr>
          <p:cNvSpPr>
            <a:spLocks noGrp="1"/>
          </p:cNvSpPr>
          <p:nvPr>
            <p:ph type="sldNum" sz="quarter" idx="12"/>
          </p:nvPr>
        </p:nvSpPr>
        <p:spPr/>
        <p:txBody>
          <a:bodyPr/>
          <a:lstStyle/>
          <a:p>
            <a:pPr>
              <a:defRPr/>
            </a:pPr>
            <a:fld id="{C2E76B57-1749-484A-BC30-43D176F9D50D}" type="slidenum">
              <a:rPr lang="tr-TR" altLang="en-US" smtClean="0"/>
              <a:pPr>
                <a:defRPr/>
              </a:pPr>
              <a:t>3</a:t>
            </a:fld>
            <a:endParaRPr lang="tr-TR" altLang="en-US"/>
          </a:p>
        </p:txBody>
      </p:sp>
    </p:spTree>
    <p:extLst>
      <p:ext uri="{BB962C8B-B14F-4D97-AF65-F5344CB8AC3E}">
        <p14:creationId xmlns:p14="http://schemas.microsoft.com/office/powerpoint/2010/main" val="380333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3E463-F5D0-A2C5-5077-746FB1D55F7F}"/>
              </a:ext>
            </a:extLst>
          </p:cNvPr>
          <p:cNvSpPr>
            <a:spLocks noGrp="1"/>
          </p:cNvSpPr>
          <p:nvPr>
            <p:ph type="title"/>
          </p:nvPr>
        </p:nvSpPr>
        <p:spPr/>
        <p:txBody>
          <a:bodyPr/>
          <a:lstStyle/>
          <a:p>
            <a:r>
              <a:rPr lang="tr-TR" dirty="0"/>
              <a:t>Web Tarayıcıda Nasıl </a:t>
            </a:r>
            <a:r>
              <a:rPr lang="tr-TR" dirty="0" err="1"/>
              <a:t>Render</a:t>
            </a:r>
            <a:r>
              <a:rPr lang="tr-TR" dirty="0"/>
              <a:t> Edilir?</a:t>
            </a:r>
          </a:p>
        </p:txBody>
      </p:sp>
      <p:sp>
        <p:nvSpPr>
          <p:cNvPr id="3" name="Content Placeholder 2">
            <a:extLst>
              <a:ext uri="{FF2B5EF4-FFF2-40B4-BE49-F238E27FC236}">
                <a16:creationId xmlns:a16="http://schemas.microsoft.com/office/drawing/2014/main" id="{3471CDD1-6B46-4F8F-87D6-D25BA7E5C6B4}"/>
              </a:ext>
            </a:extLst>
          </p:cNvPr>
          <p:cNvSpPr>
            <a:spLocks noGrp="1"/>
          </p:cNvSpPr>
          <p:nvPr>
            <p:ph idx="1"/>
          </p:nvPr>
        </p:nvSpPr>
        <p:spPr>
          <a:xfrm>
            <a:off x="457199" y="3766788"/>
            <a:ext cx="8229600" cy="2989957"/>
          </a:xfrm>
        </p:spPr>
        <p:txBody>
          <a:bodyPr>
            <a:normAutofit lnSpcReduction="10000"/>
          </a:bodyPr>
          <a:lstStyle/>
          <a:p>
            <a:pPr marL="514350" indent="-514350">
              <a:buFont typeface="+mj-lt"/>
              <a:buAutoNum type="arabicPeriod"/>
            </a:pPr>
            <a:r>
              <a:rPr lang="tr-TR" sz="1800" b="1" dirty="0"/>
              <a:t>Ayrıştırma </a:t>
            </a:r>
            <a:r>
              <a:rPr lang="en-US" sz="1800" b="1" dirty="0"/>
              <a:t>(</a:t>
            </a:r>
            <a:r>
              <a:rPr lang="tr-TR" sz="1800" b="1" dirty="0" err="1"/>
              <a:t>Parsing</a:t>
            </a:r>
            <a:r>
              <a:rPr lang="tr-TR" sz="1800" b="1" dirty="0"/>
              <a:t>): </a:t>
            </a:r>
            <a:r>
              <a:rPr lang="tr-TR" sz="1800" dirty="0"/>
              <a:t>Tarayıcı </a:t>
            </a:r>
            <a:r>
              <a:rPr lang="tr-TR" sz="1800" dirty="0" err="1"/>
              <a:t>HTML'i</a:t>
            </a:r>
            <a:r>
              <a:rPr lang="tr-TR" sz="1800" dirty="0"/>
              <a:t> okuyarak DOM ağacını, </a:t>
            </a:r>
            <a:r>
              <a:rPr lang="tr-TR" sz="1800" dirty="0" err="1"/>
              <a:t>CSS'i</a:t>
            </a:r>
            <a:r>
              <a:rPr lang="tr-TR" sz="1800" dirty="0"/>
              <a:t> okuyarak CSSOM ağacını oluşturur.</a:t>
            </a:r>
            <a:endParaRPr lang="en-US" sz="1800" dirty="0"/>
          </a:p>
          <a:p>
            <a:pPr marL="514350" indent="-514350">
              <a:buFont typeface="+mj-lt"/>
              <a:buAutoNum type="arabicPeriod"/>
            </a:pPr>
            <a:r>
              <a:rPr lang="tr-TR" sz="1800" b="1" dirty="0"/>
              <a:t>JS Engine Devreye Girer: </a:t>
            </a:r>
            <a:r>
              <a:rPr lang="tr-TR" sz="1800" dirty="0"/>
              <a:t>Tarayıcının içindeki JavaScript motoru (örneğin Chrome'daki V8 motoru) kodu satır </a:t>
            </a:r>
            <a:r>
              <a:rPr lang="tr-TR" sz="1800" dirty="0" err="1"/>
              <a:t>satır</a:t>
            </a:r>
            <a:r>
              <a:rPr lang="tr-TR" sz="1800" dirty="0"/>
              <a:t> okur.</a:t>
            </a:r>
            <a:endParaRPr lang="en-US" sz="1800" dirty="0"/>
          </a:p>
          <a:p>
            <a:pPr marL="514350" indent="-514350">
              <a:buFont typeface="+mj-lt"/>
              <a:buAutoNum type="arabicPeriod"/>
            </a:pPr>
            <a:r>
              <a:rPr lang="tr-TR" sz="1800" b="1" dirty="0"/>
              <a:t>Engelleme </a:t>
            </a:r>
            <a:r>
              <a:rPr lang="en-US" sz="1800" b="1" dirty="0"/>
              <a:t>(</a:t>
            </a:r>
            <a:r>
              <a:rPr lang="tr-TR" sz="1800" b="1" dirty="0" err="1"/>
              <a:t>Blocking</a:t>
            </a:r>
            <a:r>
              <a:rPr lang="tr-TR" sz="1800" b="1" dirty="0"/>
              <a:t>): </a:t>
            </a:r>
            <a:r>
              <a:rPr lang="tr-TR" sz="1800" dirty="0"/>
              <a:t>Varsayılan olarak, tarayıcı bir &lt;</a:t>
            </a:r>
            <a:r>
              <a:rPr lang="tr-TR" sz="1800" dirty="0" err="1"/>
              <a:t>script</a:t>
            </a:r>
            <a:r>
              <a:rPr lang="tr-TR" sz="1800" dirty="0"/>
              <a:t>&gt; etiketiyle karşılaştığında </a:t>
            </a:r>
            <a:r>
              <a:rPr lang="tr-TR" sz="1800" dirty="0" err="1"/>
              <a:t>HTML'i</a:t>
            </a:r>
            <a:r>
              <a:rPr lang="tr-TR" sz="1800" dirty="0"/>
              <a:t> okumayı durdurur, </a:t>
            </a:r>
            <a:r>
              <a:rPr lang="tr-TR" sz="1800" dirty="0" err="1"/>
              <a:t>JS'yi</a:t>
            </a:r>
            <a:r>
              <a:rPr lang="tr-TR" sz="1800" dirty="0"/>
              <a:t> indirir ve çalıştırır. (</a:t>
            </a:r>
            <a:r>
              <a:rPr lang="tr-TR" sz="1800" i="1" dirty="0"/>
              <a:t>Bu yüzden performans için JS dosyaları genellikle sayfanın en altına konur</a:t>
            </a:r>
            <a:r>
              <a:rPr lang="tr-TR" sz="1800" dirty="0"/>
              <a:t>).</a:t>
            </a:r>
            <a:endParaRPr lang="en-US" sz="1800" dirty="0"/>
          </a:p>
          <a:p>
            <a:pPr marL="514350" indent="-514350">
              <a:buFont typeface="+mj-lt"/>
              <a:buAutoNum type="arabicPeriod"/>
            </a:pPr>
            <a:r>
              <a:rPr lang="en-US" sz="1800" b="1" dirty="0" err="1"/>
              <a:t>İşleme</a:t>
            </a:r>
            <a:r>
              <a:rPr lang="en-US" sz="1800" b="1" dirty="0"/>
              <a:t> </a:t>
            </a:r>
            <a:r>
              <a:rPr lang="en-US" sz="1800" b="1" dirty="0" err="1"/>
              <a:t>Ağacı</a:t>
            </a:r>
            <a:r>
              <a:rPr lang="en-US" sz="1800" b="1" dirty="0"/>
              <a:t> (</a:t>
            </a:r>
            <a:r>
              <a:rPr lang="tr-TR" sz="1800" b="1" dirty="0" err="1"/>
              <a:t>Render</a:t>
            </a:r>
            <a:r>
              <a:rPr lang="tr-TR" sz="1800" b="1" dirty="0"/>
              <a:t> </a:t>
            </a:r>
            <a:r>
              <a:rPr lang="tr-TR" sz="1800" b="1" dirty="0" err="1"/>
              <a:t>Tree</a:t>
            </a:r>
            <a:r>
              <a:rPr lang="en-US" sz="1800" b="1" dirty="0"/>
              <a:t>)</a:t>
            </a:r>
            <a:r>
              <a:rPr lang="tr-TR" sz="1800" b="1" dirty="0"/>
              <a:t>: </a:t>
            </a:r>
            <a:r>
              <a:rPr lang="tr-TR" sz="1800" dirty="0"/>
              <a:t>DOM ve CSSOM birleşerek "</a:t>
            </a:r>
            <a:r>
              <a:rPr lang="tr-TR" sz="1800" dirty="0" err="1"/>
              <a:t>Render</a:t>
            </a:r>
            <a:r>
              <a:rPr lang="tr-TR" sz="1800" dirty="0"/>
              <a:t> </a:t>
            </a:r>
            <a:r>
              <a:rPr lang="tr-TR" sz="1800" dirty="0" err="1"/>
              <a:t>Tree"yi</a:t>
            </a:r>
            <a:r>
              <a:rPr lang="tr-TR" sz="1800" dirty="0"/>
              <a:t> oluşturur. JS bu ağaç üzerinde bir değişiklik yaparsa (örneğin bir elementi gizlerse), tarayıcı sayfayı yeniden çizer (</a:t>
            </a:r>
            <a:r>
              <a:rPr lang="tr-TR" sz="1800" dirty="0" err="1"/>
              <a:t>Repaint</a:t>
            </a:r>
            <a:r>
              <a:rPr lang="tr-TR" sz="1800" dirty="0"/>
              <a:t> veya </a:t>
            </a:r>
            <a:r>
              <a:rPr lang="tr-TR" sz="1800" dirty="0" err="1"/>
              <a:t>Reflow</a:t>
            </a:r>
            <a:r>
              <a:rPr lang="tr-TR" sz="1800" dirty="0"/>
              <a:t>).</a:t>
            </a:r>
          </a:p>
        </p:txBody>
      </p:sp>
      <p:pic>
        <p:nvPicPr>
          <p:cNvPr id="9" name="Picture 8">
            <a:extLst>
              <a:ext uri="{FF2B5EF4-FFF2-40B4-BE49-F238E27FC236}">
                <a16:creationId xmlns:a16="http://schemas.microsoft.com/office/drawing/2014/main" id="{20C84D5C-A2BC-3903-3FF4-2343C063506E}"/>
              </a:ext>
            </a:extLst>
          </p:cNvPr>
          <p:cNvPicPr>
            <a:picLocks noChangeAspect="1"/>
          </p:cNvPicPr>
          <p:nvPr/>
        </p:nvPicPr>
        <p:blipFill>
          <a:blip r:embed="rId2"/>
          <a:stretch>
            <a:fillRect/>
          </a:stretch>
        </p:blipFill>
        <p:spPr>
          <a:xfrm>
            <a:off x="2122050" y="1444586"/>
            <a:ext cx="4899899" cy="2295254"/>
          </a:xfrm>
          <a:prstGeom prst="rect">
            <a:avLst/>
          </a:prstGeom>
        </p:spPr>
      </p:pic>
      <p:sp>
        <p:nvSpPr>
          <p:cNvPr id="10" name="Slide Number Placeholder 9">
            <a:extLst>
              <a:ext uri="{FF2B5EF4-FFF2-40B4-BE49-F238E27FC236}">
                <a16:creationId xmlns:a16="http://schemas.microsoft.com/office/drawing/2014/main" id="{3CF3EA98-30F4-39C3-4EC6-9604C25C6BD6}"/>
              </a:ext>
            </a:extLst>
          </p:cNvPr>
          <p:cNvSpPr>
            <a:spLocks noGrp="1"/>
          </p:cNvSpPr>
          <p:nvPr>
            <p:ph type="sldNum" sz="quarter" idx="12"/>
          </p:nvPr>
        </p:nvSpPr>
        <p:spPr/>
        <p:txBody>
          <a:bodyPr/>
          <a:lstStyle/>
          <a:p>
            <a:pPr>
              <a:defRPr/>
            </a:pPr>
            <a:fld id="{C2E76B57-1749-484A-BC30-43D176F9D50D}" type="slidenum">
              <a:rPr lang="tr-TR" altLang="en-US" smtClean="0"/>
              <a:pPr>
                <a:defRPr/>
              </a:pPr>
              <a:t>4</a:t>
            </a:fld>
            <a:endParaRPr lang="tr-TR" altLang="en-US"/>
          </a:p>
        </p:txBody>
      </p:sp>
    </p:spTree>
    <p:extLst>
      <p:ext uri="{BB962C8B-B14F-4D97-AF65-F5344CB8AC3E}">
        <p14:creationId xmlns:p14="http://schemas.microsoft.com/office/powerpoint/2010/main" val="3342302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ED926-A02F-8F04-E74F-DB68D62E40A8}"/>
              </a:ext>
            </a:extLst>
          </p:cNvPr>
          <p:cNvSpPr>
            <a:spLocks noGrp="1"/>
          </p:cNvSpPr>
          <p:nvPr>
            <p:ph type="title"/>
          </p:nvPr>
        </p:nvSpPr>
        <p:spPr/>
        <p:txBody>
          <a:bodyPr/>
          <a:lstStyle/>
          <a:p>
            <a:r>
              <a:rPr lang="en-US" dirty="0" err="1"/>
              <a:t>Nasıl</a:t>
            </a:r>
            <a:r>
              <a:rPr lang="en-US" dirty="0"/>
              <a:t> </a:t>
            </a:r>
            <a:r>
              <a:rPr lang="en-US" dirty="0" err="1"/>
              <a:t>Kullanılır</a:t>
            </a:r>
            <a:r>
              <a:rPr lang="en-US" dirty="0"/>
              <a:t>?</a:t>
            </a:r>
            <a:endParaRPr lang="tr-TR" dirty="0"/>
          </a:p>
        </p:txBody>
      </p:sp>
      <p:sp>
        <p:nvSpPr>
          <p:cNvPr id="4" name="Text Placeholder 3">
            <a:extLst>
              <a:ext uri="{FF2B5EF4-FFF2-40B4-BE49-F238E27FC236}">
                <a16:creationId xmlns:a16="http://schemas.microsoft.com/office/drawing/2014/main" id="{3F01F22C-F107-8A8E-183E-3B4B5F93CAEC}"/>
              </a:ext>
            </a:extLst>
          </p:cNvPr>
          <p:cNvSpPr>
            <a:spLocks noGrp="1"/>
          </p:cNvSpPr>
          <p:nvPr>
            <p:ph type="body" idx="1"/>
          </p:nvPr>
        </p:nvSpPr>
        <p:spPr/>
        <p:txBody>
          <a:bodyPr/>
          <a:lstStyle/>
          <a:p>
            <a:r>
              <a:rPr lang="en-US" dirty="0" err="1"/>
              <a:t>Dahili</a:t>
            </a:r>
            <a:r>
              <a:rPr lang="en-US" dirty="0"/>
              <a:t> (internal)</a:t>
            </a:r>
            <a:endParaRPr lang="tr-TR" dirty="0"/>
          </a:p>
        </p:txBody>
      </p:sp>
      <p:sp>
        <p:nvSpPr>
          <p:cNvPr id="5" name="Content Placeholder 4">
            <a:extLst>
              <a:ext uri="{FF2B5EF4-FFF2-40B4-BE49-F238E27FC236}">
                <a16:creationId xmlns:a16="http://schemas.microsoft.com/office/drawing/2014/main" id="{129C698E-93B5-4992-54D8-A598D19EA4C2}"/>
              </a:ext>
            </a:extLst>
          </p:cNvPr>
          <p:cNvSpPr>
            <a:spLocks noGrp="1"/>
          </p:cNvSpPr>
          <p:nvPr>
            <p:ph sz="half" idx="2"/>
          </p:nvPr>
        </p:nvSpPr>
        <p:spPr/>
        <p:txBody>
          <a:bodyPr/>
          <a:lstStyle/>
          <a:p>
            <a:r>
              <a:rPr lang="en-US" dirty="0"/>
              <a:t>&lt;html&gt; </a:t>
            </a:r>
            <a:r>
              <a:rPr lang="en-US" dirty="0" err="1"/>
              <a:t>içinde</a:t>
            </a:r>
            <a:r>
              <a:rPr lang="en-US" dirty="0"/>
              <a:t> &lt;script&gt; </a:t>
            </a:r>
            <a:r>
              <a:rPr lang="en-US" dirty="0" err="1"/>
              <a:t>taglerine</a:t>
            </a:r>
            <a:r>
              <a:rPr lang="en-US" dirty="0"/>
              <a:t> </a:t>
            </a:r>
            <a:r>
              <a:rPr lang="en-US" dirty="0" err="1"/>
              <a:t>yazılarak</a:t>
            </a:r>
            <a:endParaRPr lang="tr-TR" dirty="0"/>
          </a:p>
        </p:txBody>
      </p:sp>
      <p:sp>
        <p:nvSpPr>
          <p:cNvPr id="6" name="Text Placeholder 5">
            <a:extLst>
              <a:ext uri="{FF2B5EF4-FFF2-40B4-BE49-F238E27FC236}">
                <a16:creationId xmlns:a16="http://schemas.microsoft.com/office/drawing/2014/main" id="{EA667DBB-8C31-AB39-2F0A-D1D02294CC5D}"/>
              </a:ext>
            </a:extLst>
          </p:cNvPr>
          <p:cNvSpPr>
            <a:spLocks noGrp="1"/>
          </p:cNvSpPr>
          <p:nvPr>
            <p:ph type="body" sz="quarter" idx="3"/>
          </p:nvPr>
        </p:nvSpPr>
        <p:spPr/>
        <p:txBody>
          <a:bodyPr/>
          <a:lstStyle/>
          <a:p>
            <a:r>
              <a:rPr lang="en-US" dirty="0" err="1"/>
              <a:t>Harici</a:t>
            </a:r>
            <a:r>
              <a:rPr lang="en-US" dirty="0"/>
              <a:t> (external)</a:t>
            </a:r>
            <a:endParaRPr lang="tr-TR" dirty="0"/>
          </a:p>
        </p:txBody>
      </p:sp>
      <p:sp>
        <p:nvSpPr>
          <p:cNvPr id="7" name="Content Placeholder 6">
            <a:extLst>
              <a:ext uri="{FF2B5EF4-FFF2-40B4-BE49-F238E27FC236}">
                <a16:creationId xmlns:a16="http://schemas.microsoft.com/office/drawing/2014/main" id="{7F189885-C552-2EF7-7B92-3041AEA24E13}"/>
              </a:ext>
            </a:extLst>
          </p:cNvPr>
          <p:cNvSpPr>
            <a:spLocks noGrp="1"/>
          </p:cNvSpPr>
          <p:nvPr>
            <p:ph sz="quarter" idx="4"/>
          </p:nvPr>
        </p:nvSpPr>
        <p:spPr/>
        <p:txBody>
          <a:bodyPr/>
          <a:lstStyle/>
          <a:p>
            <a:r>
              <a:rPr lang="tr-TR" dirty="0"/>
              <a:t>.</a:t>
            </a:r>
            <a:r>
              <a:rPr lang="tr-TR" dirty="0" err="1"/>
              <a:t>js</a:t>
            </a:r>
            <a:r>
              <a:rPr lang="tr-TR" dirty="0"/>
              <a:t> uzantılı bir dosya oluşturup </a:t>
            </a:r>
            <a:r>
              <a:rPr lang="tr-TR" dirty="0" err="1"/>
              <a:t>HTML'e</a:t>
            </a:r>
            <a:r>
              <a:rPr lang="tr-TR" dirty="0"/>
              <a:t> bağlanarak.</a:t>
            </a:r>
            <a:endParaRPr lang="en-US" dirty="0"/>
          </a:p>
          <a:p>
            <a:pPr marL="0" indent="0">
              <a:buNone/>
            </a:pPr>
            <a:r>
              <a:rPr lang="tr-TR" dirty="0"/>
              <a:t>&lt;</a:t>
            </a:r>
            <a:r>
              <a:rPr lang="tr-TR" dirty="0" err="1"/>
              <a:t>script</a:t>
            </a:r>
            <a:r>
              <a:rPr lang="tr-TR" dirty="0"/>
              <a:t> </a:t>
            </a:r>
            <a:r>
              <a:rPr lang="tr-TR" dirty="0" err="1"/>
              <a:t>src</a:t>
            </a:r>
            <a:r>
              <a:rPr lang="tr-TR" dirty="0"/>
              <a:t>=“</a:t>
            </a:r>
            <a:r>
              <a:rPr lang="en-US" dirty="0"/>
              <a:t>script</a:t>
            </a:r>
            <a:r>
              <a:rPr lang="tr-TR" dirty="0"/>
              <a:t>.js"&gt;&lt;/</a:t>
            </a:r>
            <a:r>
              <a:rPr lang="tr-TR" dirty="0" err="1"/>
              <a:t>script</a:t>
            </a:r>
            <a:r>
              <a:rPr lang="tr-TR" dirty="0"/>
              <a:t>&gt;</a:t>
            </a:r>
          </a:p>
        </p:txBody>
      </p:sp>
      <p:sp>
        <p:nvSpPr>
          <p:cNvPr id="8" name="Slide Number Placeholder 7">
            <a:extLst>
              <a:ext uri="{FF2B5EF4-FFF2-40B4-BE49-F238E27FC236}">
                <a16:creationId xmlns:a16="http://schemas.microsoft.com/office/drawing/2014/main" id="{38DB29BA-C907-F717-20E7-8D923A9B3407}"/>
              </a:ext>
            </a:extLst>
          </p:cNvPr>
          <p:cNvSpPr>
            <a:spLocks noGrp="1"/>
          </p:cNvSpPr>
          <p:nvPr>
            <p:ph type="sldNum" sz="quarter" idx="12"/>
          </p:nvPr>
        </p:nvSpPr>
        <p:spPr/>
        <p:txBody>
          <a:bodyPr/>
          <a:lstStyle/>
          <a:p>
            <a:pPr>
              <a:defRPr/>
            </a:pPr>
            <a:fld id="{F5E22D41-3B2A-46A0-852A-5E39E51C087C}" type="slidenum">
              <a:rPr lang="tr-TR" altLang="en-US" smtClean="0"/>
              <a:pPr>
                <a:defRPr/>
              </a:pPr>
              <a:t>5</a:t>
            </a:fld>
            <a:endParaRPr lang="tr-TR" altLang="en-US"/>
          </a:p>
        </p:txBody>
      </p:sp>
    </p:spTree>
    <p:extLst>
      <p:ext uri="{BB962C8B-B14F-4D97-AF65-F5344CB8AC3E}">
        <p14:creationId xmlns:p14="http://schemas.microsoft.com/office/powerpoint/2010/main" val="188275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22779E-27C7-4AC5-E9BE-D94CD91CCE49}"/>
              </a:ext>
            </a:extLst>
          </p:cNvPr>
          <p:cNvSpPr>
            <a:spLocks noGrp="1"/>
          </p:cNvSpPr>
          <p:nvPr>
            <p:ph type="title"/>
          </p:nvPr>
        </p:nvSpPr>
        <p:spPr/>
        <p:txBody>
          <a:bodyPr/>
          <a:lstStyle/>
          <a:p>
            <a:r>
              <a:rPr lang="en-US" sz="2800" dirty="0" err="1"/>
              <a:t>Harici</a:t>
            </a:r>
            <a:r>
              <a:rPr lang="en-US" sz="2800" dirty="0"/>
              <a:t> </a:t>
            </a:r>
            <a:r>
              <a:rPr lang="en-US" sz="2800" dirty="0" err="1"/>
              <a:t>Kullanım</a:t>
            </a:r>
            <a:r>
              <a:rPr lang="en-US" sz="2800" dirty="0"/>
              <a:t> - </a:t>
            </a:r>
            <a:r>
              <a:rPr lang="tr-TR" sz="2800" dirty="0"/>
              <a:t>JavaScript Kodlarını Kaynak Dosyada Saklamanın Avantajları</a:t>
            </a:r>
          </a:p>
        </p:txBody>
      </p:sp>
      <p:sp>
        <p:nvSpPr>
          <p:cNvPr id="8" name="Content Placeholder 7">
            <a:extLst>
              <a:ext uri="{FF2B5EF4-FFF2-40B4-BE49-F238E27FC236}">
                <a16:creationId xmlns:a16="http://schemas.microsoft.com/office/drawing/2014/main" id="{F884913B-D4C5-F50D-9093-3F236F261D84}"/>
              </a:ext>
            </a:extLst>
          </p:cNvPr>
          <p:cNvSpPr>
            <a:spLocks noGrp="1"/>
          </p:cNvSpPr>
          <p:nvPr>
            <p:ph idx="1"/>
          </p:nvPr>
        </p:nvSpPr>
        <p:spPr/>
        <p:txBody>
          <a:bodyPr>
            <a:normAutofit fontScale="70000" lnSpcReduction="20000"/>
          </a:bodyPr>
          <a:lstStyle/>
          <a:p>
            <a:r>
              <a:rPr lang="tr-TR" b="1" dirty="0"/>
              <a:t>Kolay Bakım ve Güncelleme</a:t>
            </a:r>
            <a:r>
              <a:rPr lang="tr-TR" dirty="0"/>
              <a:t>: Eğer aynı kodlar ana sayfa ve tüm alt sayfalarda kullanılıyorsa, kaynak dosya kullanmadığınızda bir değişiklik yapmak için her sayfadaki kodu tek tek düzenlemeniz gerekir. Ancak harici bir dosya kullanırsanız, sadece bu tek dosyayı değiştirmeniz yeterli olur.</a:t>
            </a:r>
            <a:endParaRPr lang="en-US" dirty="0"/>
          </a:p>
          <a:p>
            <a:r>
              <a:rPr lang="tr-TR" b="1" dirty="0"/>
              <a:t>Zaman Tasarrufu</a:t>
            </a:r>
            <a:r>
              <a:rPr lang="tr-TR" dirty="0"/>
              <a:t>: Değişiklik ihtiyacı duyulduğunda her sayfayı ayrı ayrı düzenlemek çok fazla zaman alacaktır. Harici dosya yapısı bu süreci hızlandırır.</a:t>
            </a:r>
            <a:endParaRPr lang="en-US" dirty="0"/>
          </a:p>
          <a:p>
            <a:r>
              <a:rPr lang="tr-TR" b="1" dirty="0"/>
              <a:t>Kod Düzeni (Temiz Kod): </a:t>
            </a:r>
            <a:r>
              <a:rPr lang="tr-TR" dirty="0"/>
              <a:t>Projenizdeki kod karmaşasından kurtulmanızı sağlar ve HTML yapınızın daha okunabilir kalmasına yardımcı olur.</a:t>
            </a:r>
            <a:endParaRPr lang="en-US" dirty="0"/>
          </a:p>
          <a:p>
            <a:r>
              <a:rPr lang="tr-TR" b="1" dirty="0"/>
              <a:t>Hata Tespiti: </a:t>
            </a:r>
            <a:r>
              <a:rPr lang="tr-TR" dirty="0"/>
              <a:t>Hataları ayıklamak ve tespit etmek merkezi bir dosya üzerinden çok daha kolaydır.</a:t>
            </a:r>
            <a:endParaRPr lang="en-US" dirty="0"/>
          </a:p>
          <a:p>
            <a:r>
              <a:rPr lang="tr-TR" b="1" dirty="0" err="1"/>
              <a:t>src</a:t>
            </a:r>
            <a:r>
              <a:rPr lang="tr-TR" b="1" dirty="0"/>
              <a:t> Özniteliği Kullanımı</a:t>
            </a:r>
            <a:r>
              <a:rPr lang="tr-TR" dirty="0"/>
              <a:t>: Harici dosyalar her sayfaya &lt;</a:t>
            </a:r>
            <a:r>
              <a:rPr lang="tr-TR" dirty="0" err="1"/>
              <a:t>script</a:t>
            </a:r>
            <a:r>
              <a:rPr lang="tr-TR" dirty="0"/>
              <a:t> </a:t>
            </a:r>
            <a:r>
              <a:rPr lang="tr-TR" dirty="0" err="1"/>
              <a:t>src</a:t>
            </a:r>
            <a:r>
              <a:rPr lang="tr-TR" dirty="0"/>
              <a:t>="..."&gt; özniteliği kullanılarak kolayca dahil edilebilir.</a:t>
            </a:r>
          </a:p>
        </p:txBody>
      </p:sp>
      <p:sp>
        <p:nvSpPr>
          <p:cNvPr id="11" name="Slide Number Placeholder 10">
            <a:extLst>
              <a:ext uri="{FF2B5EF4-FFF2-40B4-BE49-F238E27FC236}">
                <a16:creationId xmlns:a16="http://schemas.microsoft.com/office/drawing/2014/main" id="{28813CC5-2C22-2FBF-9310-7AAA91C77D05}"/>
              </a:ext>
            </a:extLst>
          </p:cNvPr>
          <p:cNvSpPr>
            <a:spLocks noGrp="1"/>
          </p:cNvSpPr>
          <p:nvPr>
            <p:ph type="sldNum" sz="quarter" idx="12"/>
          </p:nvPr>
        </p:nvSpPr>
        <p:spPr/>
        <p:txBody>
          <a:bodyPr/>
          <a:lstStyle/>
          <a:p>
            <a:pPr>
              <a:defRPr/>
            </a:pPr>
            <a:fld id="{C2E76B57-1749-484A-BC30-43D176F9D50D}" type="slidenum">
              <a:rPr lang="tr-TR" altLang="en-US" smtClean="0"/>
              <a:pPr>
                <a:defRPr/>
              </a:pPr>
              <a:t>6</a:t>
            </a:fld>
            <a:endParaRPr lang="tr-TR" altLang="en-US"/>
          </a:p>
        </p:txBody>
      </p:sp>
    </p:spTree>
    <p:extLst>
      <p:ext uri="{BB962C8B-B14F-4D97-AF65-F5344CB8AC3E}">
        <p14:creationId xmlns:p14="http://schemas.microsoft.com/office/powerpoint/2010/main" val="2874460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75924CB-DBE1-34E7-336D-33AC7B66999C}"/>
              </a:ext>
            </a:extLst>
          </p:cNvPr>
          <p:cNvSpPr>
            <a:spLocks noGrp="1" noChangeArrowheads="1"/>
          </p:cNvSpPr>
          <p:nvPr>
            <p:ph type="title"/>
          </p:nvPr>
        </p:nvSpPr>
        <p:spPr/>
        <p:txBody>
          <a:bodyPr/>
          <a:lstStyle/>
          <a:p>
            <a:pPr eaLnBrk="1" hangingPunct="1"/>
            <a:r>
              <a:rPr lang="tr-TR" altLang="tr-TR" sz="3200"/>
              <a:t>Javascript</a:t>
            </a:r>
          </a:p>
        </p:txBody>
      </p:sp>
      <p:sp>
        <p:nvSpPr>
          <p:cNvPr id="15363" name="Rectangle 3">
            <a:extLst>
              <a:ext uri="{FF2B5EF4-FFF2-40B4-BE49-F238E27FC236}">
                <a16:creationId xmlns:a16="http://schemas.microsoft.com/office/drawing/2014/main" id="{B7379BF8-7337-6D29-0233-0A5561A57B52}"/>
              </a:ext>
            </a:extLst>
          </p:cNvPr>
          <p:cNvSpPr>
            <a:spLocks noGrp="1" noChangeArrowheads="1"/>
          </p:cNvSpPr>
          <p:nvPr>
            <p:ph type="body" idx="1"/>
          </p:nvPr>
        </p:nvSpPr>
        <p:spPr>
          <a:xfrm>
            <a:off x="457200" y="1719263"/>
            <a:ext cx="8229600" cy="4805362"/>
          </a:xfrm>
        </p:spPr>
        <p:txBody>
          <a:bodyPr>
            <a:normAutofit/>
          </a:bodyPr>
          <a:lstStyle/>
          <a:p>
            <a:pPr eaLnBrk="1" hangingPunct="1">
              <a:lnSpc>
                <a:spcPct val="80000"/>
              </a:lnSpc>
            </a:pPr>
            <a:r>
              <a:rPr lang="tr-TR" altLang="tr-TR" sz="2400" dirty="0" err="1"/>
              <a:t>Javascript</a:t>
            </a:r>
            <a:r>
              <a:rPr lang="tr-TR" altLang="tr-TR" sz="2400" dirty="0"/>
              <a:t> kodlarını yazmak için Windows kullanıcıları için </a:t>
            </a:r>
            <a:r>
              <a:rPr lang="tr-TR" altLang="tr-TR" sz="2400" dirty="0" err="1"/>
              <a:t>NotePad</a:t>
            </a:r>
            <a:r>
              <a:rPr lang="tr-TR" altLang="tr-TR" sz="2400" dirty="0"/>
              <a:t> yeterlidir</a:t>
            </a:r>
            <a:r>
              <a:rPr lang="en-US" altLang="tr-TR" sz="2400" dirty="0"/>
              <a:t>.</a:t>
            </a:r>
            <a:endParaRPr lang="tr-TR" altLang="tr-TR" sz="2400" dirty="0"/>
          </a:p>
          <a:p>
            <a:pPr eaLnBrk="1" hangingPunct="1">
              <a:lnSpc>
                <a:spcPct val="80000"/>
              </a:lnSpc>
            </a:pPr>
            <a:r>
              <a:rPr lang="tr-TR" altLang="tr-TR" sz="2400" dirty="0"/>
              <a:t>Genellikle yazım tarzı şu şekildedir: </a:t>
            </a:r>
            <a:br>
              <a:rPr lang="tr-TR" altLang="tr-TR" sz="2400" dirty="0"/>
            </a:br>
            <a:r>
              <a:rPr lang="tr-TR" altLang="tr-TR" sz="2200" dirty="0">
                <a:latin typeface="Consolas" panose="020B0609020204030204" pitchFamily="49" charset="0"/>
              </a:rPr>
              <a:t>   </a:t>
            </a:r>
            <a:r>
              <a:rPr lang="tr-TR" altLang="tr-TR" sz="2200" i="1" dirty="0">
                <a:latin typeface="Consolas" panose="020B0609020204030204" pitchFamily="49" charset="0"/>
              </a:rPr>
              <a:t>&lt;</a:t>
            </a:r>
            <a:r>
              <a:rPr lang="tr-TR" altLang="tr-TR" sz="2200" i="1" dirty="0" err="1">
                <a:latin typeface="Consolas" panose="020B0609020204030204" pitchFamily="49" charset="0"/>
              </a:rPr>
              <a:t>script</a:t>
            </a:r>
            <a:r>
              <a:rPr lang="tr-TR" altLang="tr-TR" sz="2200" i="1" dirty="0">
                <a:latin typeface="Consolas" panose="020B0609020204030204" pitchFamily="49" charset="0"/>
              </a:rPr>
              <a:t>&gt; </a:t>
            </a:r>
            <a:br>
              <a:rPr lang="tr-TR" altLang="tr-TR" sz="2200" i="1" dirty="0">
                <a:latin typeface="Consolas" panose="020B0609020204030204" pitchFamily="49" charset="0"/>
              </a:rPr>
            </a:br>
            <a:r>
              <a:rPr lang="tr-TR" altLang="tr-TR" sz="2200" i="1" dirty="0">
                <a:latin typeface="Consolas" panose="020B0609020204030204" pitchFamily="49" charset="0"/>
              </a:rPr>
              <a:t>   JavaScript kodlar</a:t>
            </a:r>
            <a:br>
              <a:rPr lang="tr-TR" altLang="tr-TR" sz="2200" i="1" dirty="0">
                <a:latin typeface="Consolas" panose="020B0609020204030204" pitchFamily="49" charset="0"/>
              </a:rPr>
            </a:br>
            <a:r>
              <a:rPr lang="en-US" altLang="tr-TR" sz="2200" i="1" dirty="0">
                <a:latin typeface="Consolas" panose="020B0609020204030204" pitchFamily="49" charset="0"/>
              </a:rPr>
              <a:t> </a:t>
            </a:r>
            <a:r>
              <a:rPr lang="tr-TR" altLang="tr-TR" sz="2200" i="1" dirty="0">
                <a:latin typeface="Consolas" panose="020B0609020204030204" pitchFamily="49" charset="0"/>
              </a:rPr>
              <a:t> </a:t>
            </a:r>
            <a:r>
              <a:rPr lang="en-US" altLang="tr-TR" sz="2200" i="1" dirty="0">
                <a:latin typeface="Consolas" panose="020B0609020204030204" pitchFamily="49" charset="0"/>
              </a:rPr>
              <a:t> </a:t>
            </a:r>
            <a:r>
              <a:rPr lang="tr-TR" altLang="tr-TR" sz="2200" i="1" dirty="0">
                <a:latin typeface="Consolas" panose="020B0609020204030204" pitchFamily="49" charset="0"/>
              </a:rPr>
              <a:t>&lt;/</a:t>
            </a:r>
            <a:r>
              <a:rPr lang="tr-TR" altLang="tr-TR" sz="2200" i="1" dirty="0" err="1">
                <a:latin typeface="Consolas" panose="020B0609020204030204" pitchFamily="49" charset="0"/>
              </a:rPr>
              <a:t>script</a:t>
            </a:r>
            <a:r>
              <a:rPr lang="tr-TR" altLang="tr-TR" sz="2200" i="1" dirty="0">
                <a:latin typeface="Consolas" panose="020B0609020204030204" pitchFamily="49" charset="0"/>
              </a:rPr>
              <a:t>&gt;</a:t>
            </a:r>
            <a:r>
              <a:rPr lang="tr-TR" altLang="tr-TR" sz="2200" dirty="0">
                <a:latin typeface="Consolas" panose="020B0609020204030204" pitchFamily="49" charset="0"/>
              </a:rPr>
              <a:t> </a:t>
            </a:r>
          </a:p>
          <a:p>
            <a:pPr eaLnBrk="1" hangingPunct="1">
              <a:lnSpc>
                <a:spcPct val="80000"/>
              </a:lnSpc>
            </a:pPr>
            <a:r>
              <a:rPr lang="tr-TR" altLang="tr-TR" sz="2400" dirty="0"/>
              <a:t>Kullanılacak yere göre Html'in içerisinde kullanılır. Fakat genelde &lt;</a:t>
            </a:r>
            <a:r>
              <a:rPr lang="tr-TR" altLang="tr-TR" sz="2400" dirty="0" err="1"/>
              <a:t>head</a:t>
            </a:r>
            <a:r>
              <a:rPr lang="tr-TR" altLang="tr-TR" sz="2400" dirty="0"/>
              <a:t>&gt;...</a:t>
            </a:r>
            <a:r>
              <a:rPr lang="tr-TR" altLang="tr-TR" sz="2400" i="1" dirty="0"/>
              <a:t>&lt;/</a:t>
            </a:r>
            <a:r>
              <a:rPr lang="tr-TR" altLang="tr-TR" sz="2400" i="1" dirty="0" err="1"/>
              <a:t>head</a:t>
            </a:r>
            <a:r>
              <a:rPr lang="tr-TR" altLang="tr-TR" sz="2400" i="1" dirty="0"/>
              <a:t>&gt;</a:t>
            </a:r>
            <a:r>
              <a:rPr lang="tr-TR" altLang="tr-TR" sz="2400" dirty="0"/>
              <a:t> etiketleri arasında kullanılır. </a:t>
            </a:r>
          </a:p>
          <a:p>
            <a:pPr eaLnBrk="1" hangingPunct="1">
              <a:lnSpc>
                <a:spcPct val="80000"/>
              </a:lnSpc>
            </a:pPr>
            <a:r>
              <a:rPr lang="tr-TR" altLang="tr-TR" sz="2400" dirty="0" err="1"/>
              <a:t>Javascript</a:t>
            </a:r>
            <a:r>
              <a:rPr lang="tr-TR" altLang="tr-TR" sz="2400" dirty="0"/>
              <a:t> kodları bittiğinde elinizde asla kendi başına çalışan uzantısı </a:t>
            </a:r>
            <a:r>
              <a:rPr lang="tr-TR" altLang="tr-TR" sz="2400" dirty="0" err="1"/>
              <a:t>exe</a:t>
            </a:r>
            <a:r>
              <a:rPr lang="tr-TR" altLang="tr-TR" sz="2400" dirty="0"/>
              <a:t> veya com olan bir dosya olmaz. </a:t>
            </a:r>
            <a:endParaRPr lang="en-US" altLang="tr-TR" sz="2400" dirty="0"/>
          </a:p>
          <a:p>
            <a:pPr eaLnBrk="1" hangingPunct="1">
              <a:lnSpc>
                <a:spcPct val="80000"/>
              </a:lnSpc>
            </a:pPr>
            <a:r>
              <a:rPr lang="tr-TR" altLang="tr-TR" sz="2400" dirty="0"/>
              <a:t>Her zaman için tarayıcı tarafından yorumlanması gerekir. Yorumlanması demek </a:t>
            </a:r>
            <a:r>
              <a:rPr lang="tr-TR" altLang="tr-TR" sz="2400" dirty="0" err="1"/>
              <a:t>Javascript</a:t>
            </a:r>
            <a:r>
              <a:rPr lang="tr-TR" altLang="tr-TR" sz="2400" dirty="0"/>
              <a:t> kodunun çalışması anlamındadır. </a:t>
            </a:r>
          </a:p>
        </p:txBody>
      </p:sp>
      <p:sp>
        <p:nvSpPr>
          <p:cNvPr id="15364" name="Line 4">
            <a:extLst>
              <a:ext uri="{FF2B5EF4-FFF2-40B4-BE49-F238E27FC236}">
                <a16:creationId xmlns:a16="http://schemas.microsoft.com/office/drawing/2014/main" id="{E5D47050-9DCD-33C2-1CCA-B991720B5F6B}"/>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5365" name="Rectangle 5">
            <a:extLst>
              <a:ext uri="{FF2B5EF4-FFF2-40B4-BE49-F238E27FC236}">
                <a16:creationId xmlns:a16="http://schemas.microsoft.com/office/drawing/2014/main" id="{AA2D9678-7884-059A-F66E-2ABB554723F4}"/>
              </a:ext>
            </a:extLst>
          </p:cNvPr>
          <p:cNvSpPr>
            <a:spLocks noChangeArrowheads="1"/>
          </p:cNvSpPr>
          <p:nvPr/>
        </p:nvSpPr>
        <p:spPr bwMode="auto">
          <a:xfrm>
            <a:off x="225425" y="6021288"/>
            <a:ext cx="869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tr-TR" altLang="tr-TR" b="1" dirty="0"/>
              <a:t>&lt;</a:t>
            </a:r>
            <a:r>
              <a:rPr lang="tr-TR" altLang="tr-TR" b="1" dirty="0" err="1"/>
              <a:t>script</a:t>
            </a:r>
            <a:r>
              <a:rPr lang="tr-TR" altLang="tr-TR" b="1" dirty="0"/>
              <a:t> </a:t>
            </a:r>
            <a:r>
              <a:rPr lang="tr-TR" altLang="tr-TR" b="1" dirty="0" err="1"/>
              <a:t>language</a:t>
            </a:r>
            <a:r>
              <a:rPr lang="tr-TR" altLang="tr-TR" b="1" dirty="0"/>
              <a:t>="</a:t>
            </a:r>
            <a:r>
              <a:rPr lang="tr-TR" altLang="tr-TR" b="1" dirty="0" err="1"/>
              <a:t>javascript</a:t>
            </a:r>
            <a:r>
              <a:rPr lang="tr-TR" altLang="tr-TR" b="1" dirty="0"/>
              <a:t>" </a:t>
            </a:r>
            <a:r>
              <a:rPr lang="tr-TR" altLang="tr-TR" b="1" dirty="0" err="1"/>
              <a:t>src</a:t>
            </a:r>
            <a:r>
              <a:rPr lang="tr-TR" altLang="tr-TR" b="1" dirty="0"/>
              <a:t>=“ornek.js" </a:t>
            </a:r>
            <a:r>
              <a:rPr lang="tr-TR" altLang="tr-TR" b="1" dirty="0" err="1"/>
              <a:t>type</a:t>
            </a:r>
            <a:r>
              <a:rPr lang="tr-TR" altLang="tr-TR" b="1" dirty="0"/>
              <a:t>="</a:t>
            </a:r>
            <a:r>
              <a:rPr lang="tr-TR" altLang="tr-TR" b="1" dirty="0" err="1"/>
              <a:t>text</a:t>
            </a:r>
            <a:r>
              <a:rPr lang="tr-TR" altLang="tr-TR" b="1" dirty="0"/>
              <a:t>/</a:t>
            </a:r>
            <a:r>
              <a:rPr lang="tr-TR" altLang="tr-TR" b="1" dirty="0" err="1"/>
              <a:t>javascript</a:t>
            </a:r>
            <a:r>
              <a:rPr lang="tr-TR" altLang="tr-TR" b="1" dirty="0"/>
              <a:t>"&gt; &lt;/</a:t>
            </a:r>
            <a:r>
              <a:rPr lang="tr-TR" altLang="tr-TR" b="1" dirty="0" err="1"/>
              <a:t>script</a:t>
            </a:r>
            <a:r>
              <a:rPr lang="tr-TR" altLang="tr-TR" b="1" dirty="0"/>
              <a:t>&gt; </a:t>
            </a:r>
          </a:p>
        </p:txBody>
      </p:sp>
      <p:sp>
        <p:nvSpPr>
          <p:cNvPr id="2" name="Slide Number Placeholder 1">
            <a:extLst>
              <a:ext uri="{FF2B5EF4-FFF2-40B4-BE49-F238E27FC236}">
                <a16:creationId xmlns:a16="http://schemas.microsoft.com/office/drawing/2014/main" id="{5970365D-15E4-E35A-50E2-649559D2282B}"/>
              </a:ext>
            </a:extLst>
          </p:cNvPr>
          <p:cNvSpPr>
            <a:spLocks noGrp="1"/>
          </p:cNvSpPr>
          <p:nvPr>
            <p:ph type="sldNum" sz="quarter" idx="12"/>
          </p:nvPr>
        </p:nvSpPr>
        <p:spPr/>
        <p:txBody>
          <a:bodyPr/>
          <a:lstStyle/>
          <a:p>
            <a:pPr>
              <a:defRPr/>
            </a:pPr>
            <a:fld id="{C2E76B57-1749-484A-BC30-43D176F9D50D}" type="slidenum">
              <a:rPr lang="tr-TR" altLang="en-US" smtClean="0"/>
              <a:pPr>
                <a:defRPr/>
              </a:pPr>
              <a:t>7</a:t>
            </a:fld>
            <a:endParaRPr lang="tr-T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CD7599-4F30-5E7E-E721-42585A2C1660}"/>
              </a:ext>
            </a:extLst>
          </p:cNvPr>
          <p:cNvPicPr>
            <a:picLocks noChangeAspect="1"/>
          </p:cNvPicPr>
          <p:nvPr/>
        </p:nvPicPr>
        <p:blipFill>
          <a:blip r:embed="rId2"/>
          <a:stretch>
            <a:fillRect/>
          </a:stretch>
        </p:blipFill>
        <p:spPr>
          <a:xfrm>
            <a:off x="6660232" y="5240447"/>
            <a:ext cx="2194419" cy="1192103"/>
          </a:xfrm>
          <a:prstGeom prst="rect">
            <a:avLst/>
          </a:prstGeom>
        </p:spPr>
      </p:pic>
      <p:cxnSp>
        <p:nvCxnSpPr>
          <p:cNvPr id="9" name="Connector: Curved 8">
            <a:extLst>
              <a:ext uri="{FF2B5EF4-FFF2-40B4-BE49-F238E27FC236}">
                <a16:creationId xmlns:a16="http://schemas.microsoft.com/office/drawing/2014/main" id="{6306D0A4-0783-B631-939B-AB57791EE320}"/>
              </a:ext>
            </a:extLst>
          </p:cNvPr>
          <p:cNvCxnSpPr>
            <a:cxnSpLocks/>
          </p:cNvCxnSpPr>
          <p:nvPr/>
        </p:nvCxnSpPr>
        <p:spPr>
          <a:xfrm rot="16200000" flipH="1">
            <a:off x="7164288" y="4221088"/>
            <a:ext cx="1728192" cy="864096"/>
          </a:xfrm>
          <a:prstGeom prst="curved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9414EA3-A6CC-1438-6757-AE0947BC8B5A}"/>
              </a:ext>
            </a:extLst>
          </p:cNvPr>
          <p:cNvSpPr>
            <a:spLocks noGrp="1"/>
          </p:cNvSpPr>
          <p:nvPr>
            <p:ph type="title"/>
          </p:nvPr>
        </p:nvSpPr>
        <p:spPr/>
        <p:txBody>
          <a:bodyPr/>
          <a:lstStyle/>
          <a:p>
            <a:r>
              <a:rPr lang="tr-TR" dirty="0"/>
              <a:t>JavaScript Söz Dizimi Kuralları</a:t>
            </a:r>
          </a:p>
        </p:txBody>
      </p:sp>
      <p:sp>
        <p:nvSpPr>
          <p:cNvPr id="3" name="Content Placeholder 2">
            <a:extLst>
              <a:ext uri="{FF2B5EF4-FFF2-40B4-BE49-F238E27FC236}">
                <a16:creationId xmlns:a16="http://schemas.microsoft.com/office/drawing/2014/main" id="{551E1398-2387-B461-2947-564162EE790C}"/>
              </a:ext>
            </a:extLst>
          </p:cNvPr>
          <p:cNvSpPr>
            <a:spLocks noGrp="1"/>
          </p:cNvSpPr>
          <p:nvPr>
            <p:ph idx="1"/>
          </p:nvPr>
        </p:nvSpPr>
        <p:spPr/>
        <p:txBody>
          <a:bodyPr>
            <a:normAutofit fontScale="77500" lnSpcReduction="20000"/>
          </a:bodyPr>
          <a:lstStyle/>
          <a:p>
            <a:pPr marL="0" indent="0">
              <a:buNone/>
            </a:pPr>
            <a:r>
              <a:rPr lang="tr-TR" dirty="0"/>
              <a:t>JavaScript'in söz dizimi C, C# ve Java dillerine benzerlik gösterir.</a:t>
            </a:r>
            <a:endParaRPr lang="en-US" dirty="0"/>
          </a:p>
          <a:p>
            <a:r>
              <a:rPr lang="tr-TR" b="1" dirty="0"/>
              <a:t>Noktalı Virgül (;):</a:t>
            </a:r>
            <a:r>
              <a:rPr lang="tr-TR" dirty="0"/>
              <a:t> JavaScript'te her bir komut satırı (deyim) ; ile bitmelidir. Örneğin: var i = 10;.</a:t>
            </a:r>
            <a:endParaRPr lang="en-US" dirty="0"/>
          </a:p>
          <a:p>
            <a:r>
              <a:rPr lang="tr-TR" b="1" dirty="0"/>
              <a:t>Büyük-Küçük Harf Duyarlılığı:</a:t>
            </a:r>
            <a:r>
              <a:rPr lang="tr-TR" dirty="0"/>
              <a:t> Dil yapısı gereği büyük ve küçük harfler birbirinden farklı algılanır.</a:t>
            </a:r>
            <a:endParaRPr lang="en-US" dirty="0"/>
          </a:p>
          <a:p>
            <a:r>
              <a:rPr lang="tr-TR" b="1" dirty="0"/>
              <a:t>Nokta (.) Operatörü:</a:t>
            </a:r>
            <a:r>
              <a:rPr lang="tr-TR" dirty="0"/>
              <a:t> Bir nesnenin özelliklerine veya metotlarına erişmek için kullanılır.</a:t>
            </a:r>
            <a:endParaRPr lang="en-US" dirty="0"/>
          </a:p>
          <a:p>
            <a:r>
              <a:rPr lang="tr-TR" b="1" dirty="0"/>
              <a:t>Açıklama Satırları (</a:t>
            </a:r>
            <a:r>
              <a:rPr lang="tr-TR" b="1" dirty="0" err="1"/>
              <a:t>Comments</a:t>
            </a:r>
            <a:r>
              <a:rPr lang="tr-TR" b="1" dirty="0"/>
              <a:t>):</a:t>
            </a:r>
            <a:r>
              <a:rPr lang="tr-TR" dirty="0"/>
              <a:t> Tarayıcı tarafından işlenmeyen, sadece geliştiriciye not bırakmak için kullanılan bölümlerdir.</a:t>
            </a:r>
          </a:p>
          <a:p>
            <a:pPr lvl="1"/>
            <a:r>
              <a:rPr lang="tr-TR" b="1" dirty="0"/>
              <a:t>Tek satırlı açıklama:</a:t>
            </a:r>
            <a:r>
              <a:rPr lang="tr-TR" dirty="0"/>
              <a:t> // karakteri ile başlar.</a:t>
            </a:r>
          </a:p>
          <a:p>
            <a:pPr lvl="1"/>
            <a:r>
              <a:rPr lang="tr-TR" b="1" dirty="0"/>
              <a:t>Çok satırlı açıklama:</a:t>
            </a:r>
            <a:r>
              <a:rPr lang="tr-TR" dirty="0"/>
              <a:t> /* ile başlar ve */ ile biter.</a:t>
            </a:r>
          </a:p>
          <a:p>
            <a:endParaRPr lang="tr-TR" dirty="0"/>
          </a:p>
        </p:txBody>
      </p:sp>
      <p:sp>
        <p:nvSpPr>
          <p:cNvPr id="12" name="Slide Number Placeholder 11">
            <a:extLst>
              <a:ext uri="{FF2B5EF4-FFF2-40B4-BE49-F238E27FC236}">
                <a16:creationId xmlns:a16="http://schemas.microsoft.com/office/drawing/2014/main" id="{CA0AF437-2EBA-C25E-9A42-003ED47C7AD8}"/>
              </a:ext>
            </a:extLst>
          </p:cNvPr>
          <p:cNvSpPr>
            <a:spLocks noGrp="1"/>
          </p:cNvSpPr>
          <p:nvPr>
            <p:ph type="sldNum" sz="quarter" idx="12"/>
          </p:nvPr>
        </p:nvSpPr>
        <p:spPr>
          <a:xfrm>
            <a:off x="6656153" y="6393589"/>
            <a:ext cx="2133600" cy="457200"/>
          </a:xfrm>
        </p:spPr>
        <p:txBody>
          <a:bodyPr/>
          <a:lstStyle/>
          <a:p>
            <a:pPr>
              <a:defRPr/>
            </a:pPr>
            <a:fld id="{C2E76B57-1749-484A-BC30-43D176F9D50D}" type="slidenum">
              <a:rPr lang="tr-TR" altLang="en-US" smtClean="0"/>
              <a:pPr>
                <a:defRPr/>
              </a:pPr>
              <a:t>8</a:t>
            </a:fld>
            <a:endParaRPr lang="tr-TR" altLang="en-US" dirty="0"/>
          </a:p>
        </p:txBody>
      </p:sp>
    </p:spTree>
    <p:extLst>
      <p:ext uri="{BB962C8B-B14F-4D97-AF65-F5344CB8AC3E}">
        <p14:creationId xmlns:p14="http://schemas.microsoft.com/office/powerpoint/2010/main" val="2009218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0614-4E46-1BF8-137A-87332ACDD14C}"/>
              </a:ext>
            </a:extLst>
          </p:cNvPr>
          <p:cNvSpPr>
            <a:spLocks noGrp="1"/>
          </p:cNvSpPr>
          <p:nvPr>
            <p:ph type="title"/>
          </p:nvPr>
        </p:nvSpPr>
        <p:spPr/>
        <p:txBody>
          <a:bodyPr/>
          <a:lstStyle/>
          <a:p>
            <a:r>
              <a:rPr lang="tr-TR" dirty="0"/>
              <a:t>JavaScript Nerede Çalışır? (Mutfak: Browser Console)</a:t>
            </a:r>
          </a:p>
        </p:txBody>
      </p:sp>
      <p:sp>
        <p:nvSpPr>
          <p:cNvPr id="5" name="Content Placeholder 4">
            <a:extLst>
              <a:ext uri="{FF2B5EF4-FFF2-40B4-BE49-F238E27FC236}">
                <a16:creationId xmlns:a16="http://schemas.microsoft.com/office/drawing/2014/main" id="{6A67C3C3-3704-1680-96AE-CCF623BA6448}"/>
              </a:ext>
            </a:extLst>
          </p:cNvPr>
          <p:cNvSpPr>
            <a:spLocks noGrp="1"/>
          </p:cNvSpPr>
          <p:nvPr>
            <p:ph sz="half" idx="1"/>
          </p:nvPr>
        </p:nvSpPr>
        <p:spPr/>
        <p:txBody>
          <a:bodyPr>
            <a:normAutofit fontScale="92500" lnSpcReduction="20000"/>
          </a:bodyPr>
          <a:lstStyle/>
          <a:p>
            <a:r>
              <a:rPr lang="tr-TR" dirty="0"/>
              <a:t>JavaScript'in en güzel yanı, hiçbir program kurmadan doğrudan </a:t>
            </a:r>
            <a:r>
              <a:rPr lang="tr-TR" b="1" dirty="0"/>
              <a:t>Tarayıcıda (Browser)</a:t>
            </a:r>
            <a:r>
              <a:rPr lang="tr-TR" dirty="0"/>
              <a:t> çalışmasıdır.</a:t>
            </a:r>
            <a:endParaRPr lang="en-US" dirty="0"/>
          </a:p>
          <a:p>
            <a:r>
              <a:rPr lang="en-US" dirty="0" err="1"/>
              <a:t>Tarayıcı</a:t>
            </a:r>
            <a:r>
              <a:rPr lang="en-US" dirty="0"/>
              <a:t> &gt;&gt; F12 ( </a:t>
            </a:r>
            <a:r>
              <a:rPr lang="en-US" dirty="0" err="1"/>
              <a:t>İncele</a:t>
            </a:r>
            <a:r>
              <a:rPr lang="en-US" dirty="0"/>
              <a:t>) &gt;&gt; Network </a:t>
            </a:r>
            <a:r>
              <a:rPr lang="en-US" dirty="0" err="1"/>
              <a:t>altında</a:t>
            </a:r>
            <a:r>
              <a:rPr lang="en-US" dirty="0"/>
              <a:t> </a:t>
            </a:r>
            <a:r>
              <a:rPr lang="en-US" dirty="0" err="1"/>
              <a:t>yüklene</a:t>
            </a:r>
            <a:r>
              <a:rPr lang="en-US" dirty="0"/>
              <a:t> </a:t>
            </a:r>
            <a:r>
              <a:rPr lang="en-US" dirty="0" err="1"/>
              <a:t>dosyaları</a:t>
            </a:r>
            <a:r>
              <a:rPr lang="en-US" dirty="0"/>
              <a:t> </a:t>
            </a:r>
            <a:r>
              <a:rPr lang="en-US" dirty="0" err="1"/>
              <a:t>inceleyerek</a:t>
            </a:r>
            <a:r>
              <a:rPr lang="en-US" dirty="0"/>
              <a:t> JS </a:t>
            </a:r>
            <a:r>
              <a:rPr lang="en-US" dirty="0" err="1"/>
              <a:t>dosyasını</a:t>
            </a:r>
            <a:r>
              <a:rPr lang="en-US" dirty="0"/>
              <a:t> </a:t>
            </a:r>
            <a:r>
              <a:rPr lang="en-US" dirty="0" err="1"/>
              <a:t>görüntüleyebilirsiniz</a:t>
            </a:r>
            <a:r>
              <a:rPr lang="en-US" dirty="0"/>
              <a:t>.</a:t>
            </a:r>
            <a:endParaRPr lang="tr-TR" dirty="0"/>
          </a:p>
        </p:txBody>
      </p:sp>
      <p:sp>
        <p:nvSpPr>
          <p:cNvPr id="6" name="Content Placeholder 5">
            <a:extLst>
              <a:ext uri="{FF2B5EF4-FFF2-40B4-BE49-F238E27FC236}">
                <a16:creationId xmlns:a16="http://schemas.microsoft.com/office/drawing/2014/main" id="{295BE5EF-1AA1-53A4-2926-E8BC6263384B}"/>
              </a:ext>
            </a:extLst>
          </p:cNvPr>
          <p:cNvSpPr>
            <a:spLocks noGrp="1"/>
          </p:cNvSpPr>
          <p:nvPr>
            <p:ph sz="half" idx="2"/>
          </p:nvPr>
        </p:nvSpPr>
        <p:spPr/>
        <p:txBody>
          <a:bodyPr/>
          <a:lstStyle/>
          <a:p>
            <a:endParaRPr lang="tr-TR"/>
          </a:p>
        </p:txBody>
      </p:sp>
      <p:sp>
        <p:nvSpPr>
          <p:cNvPr id="4" name="Slide Number Placeholder 3">
            <a:extLst>
              <a:ext uri="{FF2B5EF4-FFF2-40B4-BE49-F238E27FC236}">
                <a16:creationId xmlns:a16="http://schemas.microsoft.com/office/drawing/2014/main" id="{C37450F0-5154-02F1-8B53-8CD3D17CF8FB}"/>
              </a:ext>
            </a:extLst>
          </p:cNvPr>
          <p:cNvSpPr>
            <a:spLocks noGrp="1"/>
          </p:cNvSpPr>
          <p:nvPr>
            <p:ph type="sldNum" sz="quarter" idx="12"/>
          </p:nvPr>
        </p:nvSpPr>
        <p:spPr/>
        <p:txBody>
          <a:bodyPr/>
          <a:lstStyle/>
          <a:p>
            <a:pPr>
              <a:defRPr/>
            </a:pPr>
            <a:fld id="{C2E76B57-1749-484A-BC30-43D176F9D50D}" type="slidenum">
              <a:rPr lang="tr-TR" altLang="en-US" smtClean="0"/>
              <a:pPr>
                <a:defRPr/>
              </a:pPr>
              <a:t>9</a:t>
            </a:fld>
            <a:endParaRPr lang="tr-TR" altLang="en-US"/>
          </a:p>
        </p:txBody>
      </p:sp>
      <p:pic>
        <p:nvPicPr>
          <p:cNvPr id="8" name="Picture 7">
            <a:extLst>
              <a:ext uri="{FF2B5EF4-FFF2-40B4-BE49-F238E27FC236}">
                <a16:creationId xmlns:a16="http://schemas.microsoft.com/office/drawing/2014/main" id="{498031B9-6391-BB8B-215E-A7C30B483F53}"/>
              </a:ext>
            </a:extLst>
          </p:cNvPr>
          <p:cNvPicPr>
            <a:picLocks noChangeAspect="1"/>
          </p:cNvPicPr>
          <p:nvPr/>
        </p:nvPicPr>
        <p:blipFill>
          <a:blip r:embed="rId2"/>
          <a:stretch>
            <a:fillRect/>
          </a:stretch>
        </p:blipFill>
        <p:spPr>
          <a:xfrm>
            <a:off x="4443102" y="1844824"/>
            <a:ext cx="4448796" cy="390580"/>
          </a:xfrm>
          <a:prstGeom prst="rect">
            <a:avLst/>
          </a:prstGeom>
        </p:spPr>
      </p:pic>
      <p:pic>
        <p:nvPicPr>
          <p:cNvPr id="10" name="Picture 9">
            <a:extLst>
              <a:ext uri="{FF2B5EF4-FFF2-40B4-BE49-F238E27FC236}">
                <a16:creationId xmlns:a16="http://schemas.microsoft.com/office/drawing/2014/main" id="{FB059E9F-9BC6-566C-51BF-2409577D6BB2}"/>
              </a:ext>
            </a:extLst>
          </p:cNvPr>
          <p:cNvPicPr>
            <a:picLocks noChangeAspect="1"/>
          </p:cNvPicPr>
          <p:nvPr/>
        </p:nvPicPr>
        <p:blipFill>
          <a:blip r:embed="rId3"/>
          <a:stretch>
            <a:fillRect/>
          </a:stretch>
        </p:blipFill>
        <p:spPr>
          <a:xfrm>
            <a:off x="4710774" y="2325794"/>
            <a:ext cx="3913451" cy="2683814"/>
          </a:xfrm>
          <a:prstGeom prst="rect">
            <a:avLst/>
          </a:prstGeom>
        </p:spPr>
      </p:pic>
    </p:spTree>
    <p:extLst>
      <p:ext uri="{BB962C8B-B14F-4D97-AF65-F5344CB8AC3E}">
        <p14:creationId xmlns:p14="http://schemas.microsoft.com/office/powerpoint/2010/main" val="1349151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7B40-590C-2103-4263-732998CB6B20}"/>
            </a:ext>
          </a:extLst>
        </p:cNvPr>
        <p:cNvGrpSpPr/>
        <p:nvPr/>
      </p:nvGrpSpPr>
      <p:grpSpPr>
        <a:xfrm>
          <a:off x="0" y="0"/>
          <a:ext cx="0" cy="0"/>
          <a:chOff x="0" y="0"/>
          <a:chExt cx="0" cy="0"/>
        </a:xfrm>
      </p:grpSpPr>
      <p:sp>
        <p:nvSpPr>
          <p:cNvPr id="20482" name="Rectangle 2">
            <a:extLst>
              <a:ext uri="{FF2B5EF4-FFF2-40B4-BE49-F238E27FC236}">
                <a16:creationId xmlns:a16="http://schemas.microsoft.com/office/drawing/2014/main" id="{AC607636-F2F3-498B-9475-29DEEF66264A}"/>
              </a:ext>
            </a:extLst>
          </p:cNvPr>
          <p:cNvSpPr>
            <a:spLocks noGrp="1" noChangeArrowheads="1"/>
          </p:cNvSpPr>
          <p:nvPr>
            <p:ph type="title"/>
          </p:nvPr>
        </p:nvSpPr>
        <p:spPr/>
        <p:txBody>
          <a:bodyPr/>
          <a:lstStyle/>
          <a:p>
            <a:pPr eaLnBrk="1" hangingPunct="1"/>
            <a:r>
              <a:rPr lang="tr-TR" altLang="tr-TR" sz="3200"/>
              <a:t>Javascript-Alert İkaz Metodu</a:t>
            </a:r>
          </a:p>
        </p:txBody>
      </p:sp>
      <p:sp>
        <p:nvSpPr>
          <p:cNvPr id="20483" name="Rectangle 3">
            <a:extLst>
              <a:ext uri="{FF2B5EF4-FFF2-40B4-BE49-F238E27FC236}">
                <a16:creationId xmlns:a16="http://schemas.microsoft.com/office/drawing/2014/main" id="{8FE27DA8-1120-983A-8C95-E2038F86447F}"/>
              </a:ext>
            </a:extLst>
          </p:cNvPr>
          <p:cNvSpPr>
            <a:spLocks noGrp="1" noChangeArrowheads="1"/>
          </p:cNvSpPr>
          <p:nvPr>
            <p:ph type="body" idx="1"/>
          </p:nvPr>
        </p:nvSpPr>
        <p:spPr>
          <a:xfrm>
            <a:off x="457200" y="1719263"/>
            <a:ext cx="8229600" cy="4805362"/>
          </a:xfrm>
        </p:spPr>
        <p:txBody>
          <a:bodyPr/>
          <a:lstStyle/>
          <a:p>
            <a:pPr lvl="1" eaLnBrk="1" hangingPunct="1"/>
            <a:r>
              <a:rPr lang="tr-TR" altLang="tr-TR" dirty="0" err="1"/>
              <a:t>Alert</a:t>
            </a:r>
            <a:r>
              <a:rPr lang="tr-TR" altLang="tr-TR" dirty="0"/>
              <a:t> yöntemi, kullanıcıya bir uyarı mesajı ve bir OK düğmesi görüntülemek için kullanılır </a:t>
            </a:r>
            <a:endParaRPr lang="en-US" altLang="tr-TR" dirty="0"/>
          </a:p>
          <a:p>
            <a:pPr marL="344487" lvl="1" indent="0" algn="ctr" eaLnBrk="1" hangingPunct="1">
              <a:buNone/>
            </a:pPr>
            <a:endParaRPr lang="en-US" altLang="tr-TR" sz="2800" b="1" dirty="0">
              <a:latin typeface="Consolas" panose="020B0609020204030204" pitchFamily="49" charset="0"/>
            </a:endParaRPr>
          </a:p>
          <a:p>
            <a:pPr marL="344487" lvl="1" indent="0" algn="ctr" eaLnBrk="1" hangingPunct="1">
              <a:buNone/>
            </a:pPr>
            <a:r>
              <a:rPr lang="tr-TR" altLang="tr-TR" sz="2800" b="1" dirty="0" err="1">
                <a:latin typeface="Consolas" panose="020B0609020204030204" pitchFamily="49" charset="0"/>
              </a:rPr>
              <a:t>alert</a:t>
            </a:r>
            <a:r>
              <a:rPr lang="tr-TR" altLang="tr-TR" sz="2800" b="1" dirty="0">
                <a:latin typeface="Consolas" panose="020B0609020204030204" pitchFamily="49" charset="0"/>
              </a:rPr>
              <a:t> (“Merhaba”); </a:t>
            </a:r>
          </a:p>
          <a:p>
            <a:pPr lvl="2" eaLnBrk="1" hangingPunct="1">
              <a:buFont typeface="Wingdings" panose="05000000000000000000" pitchFamily="2" charset="2"/>
              <a:buNone/>
            </a:pPr>
            <a:endParaRPr lang="tr-TR" altLang="tr-TR" dirty="0"/>
          </a:p>
        </p:txBody>
      </p:sp>
      <p:sp>
        <p:nvSpPr>
          <p:cNvPr id="20484" name="Line 4">
            <a:extLst>
              <a:ext uri="{FF2B5EF4-FFF2-40B4-BE49-F238E27FC236}">
                <a16:creationId xmlns:a16="http://schemas.microsoft.com/office/drawing/2014/main" id="{83EC9F12-2526-2462-2092-233B790AB3A2}"/>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pic>
        <p:nvPicPr>
          <p:cNvPr id="20485" name="Picture 5">
            <a:extLst>
              <a:ext uri="{FF2B5EF4-FFF2-40B4-BE49-F238E27FC236}">
                <a16:creationId xmlns:a16="http://schemas.microsoft.com/office/drawing/2014/main" id="{05FB08EC-9A91-81B1-4EB2-0F512C1AB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9775" y="4005064"/>
            <a:ext cx="258445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61E0100F-4EF1-3DB8-318E-327619C76AF2}"/>
              </a:ext>
            </a:extLst>
          </p:cNvPr>
          <p:cNvSpPr>
            <a:spLocks noGrp="1"/>
          </p:cNvSpPr>
          <p:nvPr>
            <p:ph type="sldNum" sz="quarter" idx="12"/>
          </p:nvPr>
        </p:nvSpPr>
        <p:spPr/>
        <p:txBody>
          <a:bodyPr/>
          <a:lstStyle/>
          <a:p>
            <a:pPr>
              <a:defRPr/>
            </a:pPr>
            <a:fld id="{C2E76B57-1749-484A-BC30-43D176F9D50D}" type="slidenum">
              <a:rPr lang="tr-TR" altLang="en-US" smtClean="0"/>
              <a:pPr>
                <a:defRPr/>
              </a:pPr>
              <a:t>10</a:t>
            </a:fld>
            <a:endParaRPr lang="tr-TR" altLang="en-US"/>
          </a:p>
        </p:txBody>
      </p:sp>
    </p:spTree>
    <p:extLst>
      <p:ext uri="{BB962C8B-B14F-4D97-AF65-F5344CB8AC3E}">
        <p14:creationId xmlns:p14="http://schemas.microsoft.com/office/powerpoint/2010/main" val="138203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C01D2-7D5C-5CAD-3C79-5208A1C01284}"/>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F3C491DF-06E4-F59A-02F7-E999B4E9CE47}"/>
              </a:ext>
            </a:extLst>
          </p:cNvPr>
          <p:cNvSpPr>
            <a:spLocks noGrp="1" noChangeArrowheads="1"/>
          </p:cNvSpPr>
          <p:nvPr>
            <p:ph type="title"/>
          </p:nvPr>
        </p:nvSpPr>
        <p:spPr/>
        <p:txBody>
          <a:bodyPr/>
          <a:lstStyle/>
          <a:p>
            <a:pPr eaLnBrk="1" hangingPunct="1"/>
            <a:r>
              <a:rPr lang="tr-TR" altLang="tr-TR" sz="3200"/>
              <a:t>Javascript-Confirm Metodu</a:t>
            </a:r>
          </a:p>
        </p:txBody>
      </p:sp>
      <p:sp>
        <p:nvSpPr>
          <p:cNvPr id="21507" name="Rectangle 3">
            <a:extLst>
              <a:ext uri="{FF2B5EF4-FFF2-40B4-BE49-F238E27FC236}">
                <a16:creationId xmlns:a16="http://schemas.microsoft.com/office/drawing/2014/main" id="{3F493A7E-FBAB-B6EF-2546-FE32549BB3B5}"/>
              </a:ext>
            </a:extLst>
          </p:cNvPr>
          <p:cNvSpPr>
            <a:spLocks noGrp="1" noChangeArrowheads="1"/>
          </p:cNvSpPr>
          <p:nvPr>
            <p:ph type="body" idx="1"/>
          </p:nvPr>
        </p:nvSpPr>
        <p:spPr>
          <a:xfrm>
            <a:off x="457200" y="1719263"/>
            <a:ext cx="8229600" cy="4805362"/>
          </a:xfrm>
        </p:spPr>
        <p:txBody>
          <a:bodyPr/>
          <a:lstStyle/>
          <a:p>
            <a:pPr lvl="1" eaLnBrk="1" hangingPunct="1"/>
            <a:r>
              <a:rPr lang="tr-TR" altLang="tr-TR" dirty="0" err="1"/>
              <a:t>Confirm</a:t>
            </a:r>
            <a:r>
              <a:rPr lang="tr-TR" altLang="tr-TR" dirty="0"/>
              <a:t> yöntemi OK ve </a:t>
            </a:r>
            <a:r>
              <a:rPr lang="tr-TR" altLang="tr-TR" dirty="0" err="1"/>
              <a:t>Cancel</a:t>
            </a:r>
            <a:r>
              <a:rPr lang="tr-TR" altLang="tr-TR" dirty="0"/>
              <a:t> düğmelerine sahip bir mesaj görüntülemek için kullanılır. Ok basarsa True, </a:t>
            </a:r>
            <a:r>
              <a:rPr lang="tr-TR" altLang="tr-TR" dirty="0" err="1"/>
              <a:t>Cancel</a:t>
            </a:r>
            <a:r>
              <a:rPr lang="tr-TR" altLang="tr-TR" dirty="0"/>
              <a:t>’ a basılırsa </a:t>
            </a:r>
            <a:r>
              <a:rPr lang="tr-TR" altLang="tr-TR" dirty="0" err="1"/>
              <a:t>false</a:t>
            </a:r>
            <a:r>
              <a:rPr lang="tr-TR" altLang="tr-TR" dirty="0"/>
              <a:t> döndürür.  </a:t>
            </a:r>
          </a:p>
          <a:p>
            <a:pPr lvl="1" eaLnBrk="1" hangingPunct="1"/>
            <a:endParaRPr lang="tr-TR" altLang="tr-TR" dirty="0"/>
          </a:p>
          <a:p>
            <a:pPr lvl="2" algn="ctr" eaLnBrk="1" hangingPunct="1">
              <a:buFont typeface="Wingdings" panose="05000000000000000000" pitchFamily="2" charset="2"/>
              <a:buNone/>
            </a:pPr>
            <a:r>
              <a:rPr lang="tr-TR" altLang="tr-TR" sz="2800" b="1" dirty="0" err="1">
                <a:latin typeface="Consolas" panose="020B0609020204030204" pitchFamily="49" charset="0"/>
              </a:rPr>
              <a:t>confirm</a:t>
            </a:r>
            <a:r>
              <a:rPr lang="tr-TR" altLang="tr-TR" sz="2800" b="1" dirty="0">
                <a:latin typeface="Consolas" panose="020B0609020204030204" pitchFamily="49" charset="0"/>
              </a:rPr>
              <a:t>("</a:t>
            </a:r>
            <a:r>
              <a:rPr lang="tr-TR" altLang="tr-TR" sz="2800" b="1" dirty="0" err="1">
                <a:latin typeface="Consolas" panose="020B0609020204030204" pitchFamily="49" charset="0"/>
              </a:rPr>
              <a:t>Onayliyormusunuz</a:t>
            </a:r>
            <a:r>
              <a:rPr lang="tr-TR" altLang="tr-TR" sz="2800" b="1" dirty="0">
                <a:latin typeface="Consolas" panose="020B0609020204030204" pitchFamily="49" charset="0"/>
              </a:rPr>
              <a:t>?")</a:t>
            </a:r>
          </a:p>
          <a:p>
            <a:pPr lvl="2" eaLnBrk="1" hangingPunct="1">
              <a:buFont typeface="Wingdings" panose="05000000000000000000" pitchFamily="2" charset="2"/>
              <a:buNone/>
            </a:pPr>
            <a:endParaRPr lang="tr-TR" altLang="tr-TR" dirty="0"/>
          </a:p>
        </p:txBody>
      </p:sp>
      <p:sp>
        <p:nvSpPr>
          <p:cNvPr id="21508" name="Line 4">
            <a:extLst>
              <a:ext uri="{FF2B5EF4-FFF2-40B4-BE49-F238E27FC236}">
                <a16:creationId xmlns:a16="http://schemas.microsoft.com/office/drawing/2014/main" id="{79FCC843-1157-97CA-C3D1-9D3FF2B348C7}"/>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pic>
        <p:nvPicPr>
          <p:cNvPr id="21509" name="Picture 6">
            <a:extLst>
              <a:ext uri="{FF2B5EF4-FFF2-40B4-BE49-F238E27FC236}">
                <a16:creationId xmlns:a16="http://schemas.microsoft.com/office/drawing/2014/main" id="{B81EB869-01D0-2728-0F39-97441086BA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4068762"/>
            <a:ext cx="3743325" cy="19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B02C2615-FEDB-9548-1933-BDA6B643180A}"/>
              </a:ext>
            </a:extLst>
          </p:cNvPr>
          <p:cNvSpPr>
            <a:spLocks noGrp="1"/>
          </p:cNvSpPr>
          <p:nvPr>
            <p:ph type="sldNum" sz="quarter" idx="12"/>
          </p:nvPr>
        </p:nvSpPr>
        <p:spPr/>
        <p:txBody>
          <a:bodyPr/>
          <a:lstStyle/>
          <a:p>
            <a:pPr>
              <a:defRPr/>
            </a:pPr>
            <a:fld id="{C2E76B57-1749-484A-BC30-43D176F9D50D}" type="slidenum">
              <a:rPr lang="tr-TR" altLang="en-US" smtClean="0"/>
              <a:pPr>
                <a:defRPr/>
              </a:pPr>
              <a:t>11</a:t>
            </a:fld>
            <a:endParaRPr lang="tr-TR" altLang="en-US"/>
          </a:p>
        </p:txBody>
      </p:sp>
    </p:spTree>
    <p:extLst>
      <p:ext uri="{BB962C8B-B14F-4D97-AF65-F5344CB8AC3E}">
        <p14:creationId xmlns:p14="http://schemas.microsoft.com/office/powerpoint/2010/main" val="1178331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6AED2-E07F-B7A3-9510-4E49478BB1A2}"/>
            </a:ext>
          </a:extLst>
        </p:cNvPr>
        <p:cNvGrpSpPr/>
        <p:nvPr/>
      </p:nvGrpSpPr>
      <p:grpSpPr>
        <a:xfrm>
          <a:off x="0" y="0"/>
          <a:ext cx="0" cy="0"/>
          <a:chOff x="0" y="0"/>
          <a:chExt cx="0" cy="0"/>
        </a:xfrm>
      </p:grpSpPr>
      <p:sp>
        <p:nvSpPr>
          <p:cNvPr id="22530" name="Rectangle 2">
            <a:extLst>
              <a:ext uri="{FF2B5EF4-FFF2-40B4-BE49-F238E27FC236}">
                <a16:creationId xmlns:a16="http://schemas.microsoft.com/office/drawing/2014/main" id="{E76ECE8B-2D18-9EA7-3FD6-F6D83E7EC635}"/>
              </a:ext>
            </a:extLst>
          </p:cNvPr>
          <p:cNvSpPr>
            <a:spLocks noGrp="1" noChangeArrowheads="1"/>
          </p:cNvSpPr>
          <p:nvPr>
            <p:ph type="title"/>
          </p:nvPr>
        </p:nvSpPr>
        <p:spPr/>
        <p:txBody>
          <a:bodyPr/>
          <a:lstStyle/>
          <a:p>
            <a:pPr eaLnBrk="1" hangingPunct="1"/>
            <a:r>
              <a:rPr lang="tr-TR" altLang="tr-TR" sz="3200"/>
              <a:t>Javascript-Prompt Metodu</a:t>
            </a:r>
          </a:p>
        </p:txBody>
      </p:sp>
      <p:sp>
        <p:nvSpPr>
          <p:cNvPr id="22531" name="Rectangle 3">
            <a:extLst>
              <a:ext uri="{FF2B5EF4-FFF2-40B4-BE49-F238E27FC236}">
                <a16:creationId xmlns:a16="http://schemas.microsoft.com/office/drawing/2014/main" id="{94B360FC-14A9-9A0B-EB35-CCA25F234320}"/>
              </a:ext>
            </a:extLst>
          </p:cNvPr>
          <p:cNvSpPr>
            <a:spLocks noGrp="1" noChangeArrowheads="1"/>
          </p:cNvSpPr>
          <p:nvPr>
            <p:ph type="body" idx="1"/>
          </p:nvPr>
        </p:nvSpPr>
        <p:spPr>
          <a:xfrm>
            <a:off x="457200" y="1719263"/>
            <a:ext cx="8229600" cy="4805362"/>
          </a:xfrm>
        </p:spPr>
        <p:txBody>
          <a:bodyPr/>
          <a:lstStyle/>
          <a:p>
            <a:pPr lvl="1" eaLnBrk="1" hangingPunct="1"/>
            <a:r>
              <a:rPr lang="tr-TR" altLang="tr-TR" dirty="0"/>
              <a:t>Kullanıcı girdilerini almak için bir iletişim kutusunu görüntüler. </a:t>
            </a:r>
          </a:p>
          <a:p>
            <a:pPr lvl="1" eaLnBrk="1" hangingPunct="1"/>
            <a:endParaRPr lang="tr-TR" altLang="tr-TR" dirty="0"/>
          </a:p>
          <a:p>
            <a:pPr lvl="2" eaLnBrk="1" hangingPunct="1">
              <a:buFont typeface="Wingdings" panose="05000000000000000000" pitchFamily="2" charset="2"/>
              <a:buNone/>
            </a:pPr>
            <a:r>
              <a:rPr lang="tr-TR" altLang="tr-TR" sz="2800" b="1" dirty="0" err="1">
                <a:latin typeface="Consolas" panose="020B0609020204030204" pitchFamily="49" charset="0"/>
              </a:rPr>
              <a:t>prompt</a:t>
            </a:r>
            <a:r>
              <a:rPr lang="tr-TR" altLang="tr-TR" sz="2800" b="1" dirty="0">
                <a:latin typeface="Consolas" panose="020B0609020204030204" pitchFamily="49" charset="0"/>
              </a:rPr>
              <a:t> ("Veri </a:t>
            </a:r>
            <a:r>
              <a:rPr lang="tr-TR" altLang="tr-TR" sz="2800" b="1" dirty="0" err="1">
                <a:latin typeface="Consolas" panose="020B0609020204030204" pitchFamily="49" charset="0"/>
              </a:rPr>
              <a:t>gir","ilk</a:t>
            </a:r>
            <a:r>
              <a:rPr lang="tr-TR" altLang="tr-TR" sz="2800" b="1" dirty="0">
                <a:latin typeface="Consolas" panose="020B0609020204030204" pitchFamily="49" charset="0"/>
              </a:rPr>
              <a:t> </a:t>
            </a:r>
            <a:r>
              <a:rPr lang="tr-TR" altLang="tr-TR" sz="2800" b="1" dirty="0" err="1">
                <a:latin typeface="Consolas" panose="020B0609020204030204" pitchFamily="49" charset="0"/>
              </a:rPr>
              <a:t>deger</a:t>
            </a:r>
            <a:r>
              <a:rPr lang="tr-TR" altLang="tr-TR" sz="2800" b="1" dirty="0">
                <a:latin typeface="Consolas" panose="020B0609020204030204" pitchFamily="49" charset="0"/>
              </a:rPr>
              <a:t>");</a:t>
            </a:r>
          </a:p>
        </p:txBody>
      </p:sp>
      <p:sp>
        <p:nvSpPr>
          <p:cNvPr id="22532" name="Line 4">
            <a:extLst>
              <a:ext uri="{FF2B5EF4-FFF2-40B4-BE49-F238E27FC236}">
                <a16:creationId xmlns:a16="http://schemas.microsoft.com/office/drawing/2014/main" id="{EFEDD3BA-1244-DBC7-718A-73C3C380B4B8}"/>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E02FBB04-8F50-3138-2380-46222DFB3CE8}"/>
              </a:ext>
            </a:extLst>
          </p:cNvPr>
          <p:cNvSpPr>
            <a:spLocks noGrp="1"/>
          </p:cNvSpPr>
          <p:nvPr>
            <p:ph type="sldNum" sz="quarter" idx="12"/>
          </p:nvPr>
        </p:nvSpPr>
        <p:spPr/>
        <p:txBody>
          <a:bodyPr/>
          <a:lstStyle/>
          <a:p>
            <a:pPr>
              <a:defRPr/>
            </a:pPr>
            <a:fld id="{C2E76B57-1749-484A-BC30-43D176F9D50D}" type="slidenum">
              <a:rPr lang="tr-TR" altLang="en-US" smtClean="0"/>
              <a:pPr>
                <a:defRPr/>
              </a:pPr>
              <a:t>12</a:t>
            </a:fld>
            <a:endParaRPr lang="tr-TR" altLang="en-US"/>
          </a:p>
        </p:txBody>
      </p:sp>
      <p:pic>
        <p:nvPicPr>
          <p:cNvPr id="4" name="Picture 3">
            <a:extLst>
              <a:ext uri="{FF2B5EF4-FFF2-40B4-BE49-F238E27FC236}">
                <a16:creationId xmlns:a16="http://schemas.microsoft.com/office/drawing/2014/main" id="{7079B28F-0917-990C-100F-B0947C35C1B9}"/>
              </a:ext>
            </a:extLst>
          </p:cNvPr>
          <p:cNvPicPr>
            <a:picLocks noChangeAspect="1"/>
          </p:cNvPicPr>
          <p:nvPr/>
        </p:nvPicPr>
        <p:blipFill>
          <a:blip r:embed="rId2"/>
          <a:stretch>
            <a:fillRect/>
          </a:stretch>
        </p:blipFill>
        <p:spPr>
          <a:xfrm>
            <a:off x="683568" y="4045709"/>
            <a:ext cx="4248743" cy="1800476"/>
          </a:xfrm>
          <a:prstGeom prst="rect">
            <a:avLst/>
          </a:prstGeom>
          <a:ln w="19050">
            <a:solidFill>
              <a:schemeClr val="tx1">
                <a:alpha val="98000"/>
              </a:schemeClr>
            </a:solidFill>
          </a:ln>
        </p:spPr>
      </p:pic>
      <p:pic>
        <p:nvPicPr>
          <p:cNvPr id="6" name="Picture 5">
            <a:extLst>
              <a:ext uri="{FF2B5EF4-FFF2-40B4-BE49-F238E27FC236}">
                <a16:creationId xmlns:a16="http://schemas.microsoft.com/office/drawing/2014/main" id="{85F4C546-F9C2-8E21-8EB1-BF4A85D8C5A4}"/>
              </a:ext>
            </a:extLst>
          </p:cNvPr>
          <p:cNvPicPr>
            <a:picLocks noChangeAspect="1"/>
          </p:cNvPicPr>
          <p:nvPr/>
        </p:nvPicPr>
        <p:blipFill>
          <a:blip r:embed="rId3"/>
          <a:stretch>
            <a:fillRect/>
          </a:stretch>
        </p:blipFill>
        <p:spPr>
          <a:xfrm>
            <a:off x="5766842" y="3824470"/>
            <a:ext cx="2923769" cy="2242955"/>
          </a:xfrm>
          <a:prstGeom prst="rect">
            <a:avLst/>
          </a:prstGeom>
        </p:spPr>
      </p:pic>
    </p:spTree>
    <p:extLst>
      <p:ext uri="{BB962C8B-B14F-4D97-AF65-F5344CB8AC3E}">
        <p14:creationId xmlns:p14="http://schemas.microsoft.com/office/powerpoint/2010/main" val="1653196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7F06F9F2-6660-2C1C-9145-97284F170B59}"/>
              </a:ext>
            </a:extLst>
          </p:cNvPr>
          <p:cNvPicPr>
            <a:picLocks noChangeAspect="1"/>
          </p:cNvPicPr>
          <p:nvPr/>
        </p:nvPicPr>
        <p:blipFill>
          <a:blip r:embed="rId2"/>
          <a:stretch>
            <a:fillRect/>
          </a:stretch>
        </p:blipFill>
        <p:spPr>
          <a:xfrm>
            <a:off x="2770575" y="1195359"/>
            <a:ext cx="5456123" cy="2141482"/>
          </a:xfrm>
          <a:prstGeom prst="rect">
            <a:avLst/>
          </a:prstGeom>
        </p:spPr>
      </p:pic>
      <p:sp>
        <p:nvSpPr>
          <p:cNvPr id="7" name="Title 6">
            <a:extLst>
              <a:ext uri="{FF2B5EF4-FFF2-40B4-BE49-F238E27FC236}">
                <a16:creationId xmlns:a16="http://schemas.microsoft.com/office/drawing/2014/main" id="{2F7627AE-66F3-DD5B-CBF0-B45A4C8F4E0C}"/>
              </a:ext>
            </a:extLst>
          </p:cNvPr>
          <p:cNvSpPr>
            <a:spLocks noGrp="1"/>
          </p:cNvSpPr>
          <p:nvPr>
            <p:ph type="title"/>
          </p:nvPr>
        </p:nvSpPr>
        <p:spPr/>
        <p:txBody>
          <a:bodyPr/>
          <a:lstStyle/>
          <a:p>
            <a:r>
              <a:rPr lang="en-US" dirty="0"/>
              <a:t>İlk </a:t>
            </a:r>
            <a:r>
              <a:rPr lang="en-US" dirty="0" err="1"/>
              <a:t>Kod</a:t>
            </a:r>
            <a:r>
              <a:rPr lang="en-US" dirty="0"/>
              <a:t> - </a:t>
            </a:r>
            <a:r>
              <a:rPr lang="en-US" dirty="0" err="1"/>
              <a:t>Dahili</a:t>
            </a:r>
            <a:endParaRPr lang="tr-TR" dirty="0"/>
          </a:p>
        </p:txBody>
      </p:sp>
      <p:pic>
        <p:nvPicPr>
          <p:cNvPr id="15" name="Picture 14">
            <a:extLst>
              <a:ext uri="{FF2B5EF4-FFF2-40B4-BE49-F238E27FC236}">
                <a16:creationId xmlns:a16="http://schemas.microsoft.com/office/drawing/2014/main" id="{3288730F-C12A-1C87-8A71-9D519D6F9CFD}"/>
              </a:ext>
            </a:extLst>
          </p:cNvPr>
          <p:cNvPicPr>
            <a:picLocks noChangeAspect="1"/>
          </p:cNvPicPr>
          <p:nvPr/>
        </p:nvPicPr>
        <p:blipFill>
          <a:blip r:embed="rId3"/>
          <a:stretch>
            <a:fillRect/>
          </a:stretch>
        </p:blipFill>
        <p:spPr>
          <a:xfrm>
            <a:off x="630238" y="2474800"/>
            <a:ext cx="3581722" cy="4153368"/>
          </a:xfrm>
          <a:prstGeom prst="rect">
            <a:avLst/>
          </a:prstGeom>
        </p:spPr>
      </p:pic>
      <p:sp>
        <p:nvSpPr>
          <p:cNvPr id="17" name="TextBox 16">
            <a:extLst>
              <a:ext uri="{FF2B5EF4-FFF2-40B4-BE49-F238E27FC236}">
                <a16:creationId xmlns:a16="http://schemas.microsoft.com/office/drawing/2014/main" id="{53D55391-369D-9BB9-76BA-4A6CE2CF668F}"/>
              </a:ext>
            </a:extLst>
          </p:cNvPr>
          <p:cNvSpPr txBox="1"/>
          <p:nvPr/>
        </p:nvSpPr>
        <p:spPr>
          <a:xfrm>
            <a:off x="3654698" y="475129"/>
            <a:ext cx="4572000" cy="369332"/>
          </a:xfrm>
          <a:prstGeom prst="rect">
            <a:avLst/>
          </a:prstGeom>
          <a:noFill/>
        </p:spPr>
        <p:txBody>
          <a:bodyPr wrap="square">
            <a:spAutoFit/>
          </a:bodyPr>
          <a:lstStyle/>
          <a:p>
            <a:r>
              <a:rPr lang="tr-TR" dirty="0" err="1"/>
              <a:t>js-slide-codes</a:t>
            </a:r>
            <a:r>
              <a:rPr lang="en-US" dirty="0"/>
              <a:t> &gt;&gt; 1-first_js.html</a:t>
            </a:r>
            <a:endParaRPr lang="tr-TR" dirty="0"/>
          </a:p>
        </p:txBody>
      </p:sp>
      <p:sp>
        <p:nvSpPr>
          <p:cNvPr id="21" name="Rectangle 2">
            <a:extLst>
              <a:ext uri="{FF2B5EF4-FFF2-40B4-BE49-F238E27FC236}">
                <a16:creationId xmlns:a16="http://schemas.microsoft.com/office/drawing/2014/main" id="{82D53879-DA9F-C889-9155-960A025B3880}"/>
              </a:ext>
            </a:extLst>
          </p:cNvPr>
          <p:cNvSpPr>
            <a:spLocks noGrp="1" noChangeArrowheads="1"/>
          </p:cNvSpPr>
          <p:nvPr>
            <p:ph type="body" sz="half" idx="2"/>
          </p:nvPr>
        </p:nvSpPr>
        <p:spPr bwMode="auto">
          <a:xfrm>
            <a:off x="4226339" y="3321391"/>
            <a:ext cx="4691186"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1" i="0" u="none" strike="noStrike" cap="none" normalizeH="0" baseline="0" dirty="0">
                <a:ln>
                  <a:noFill/>
                </a:ln>
                <a:solidFill>
                  <a:schemeClr val="tx1"/>
                </a:solidFill>
                <a:effectLst/>
                <a:latin typeface="Google Sans"/>
              </a:rPr>
              <a:t>Kodun Analizi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b="1" i="0" u="none" strike="noStrike" cap="none" normalizeH="0" baseline="0" dirty="0">
                <a:ln>
                  <a:noFill/>
                </a:ln>
                <a:solidFill>
                  <a:schemeClr val="tx1"/>
                </a:solidFill>
                <a:effectLst/>
                <a:latin typeface="Google Sans Text"/>
              </a:rPr>
              <a:t>Değişken Tanımlama:</a:t>
            </a:r>
            <a:r>
              <a:rPr kumimoji="0" lang="tr-TR" altLang="tr-TR" b="0" i="0" u="none" strike="noStrike" cap="none" normalizeH="0" baseline="0" dirty="0">
                <a:ln>
                  <a:noFill/>
                </a:ln>
                <a:solidFill>
                  <a:schemeClr val="tx1"/>
                </a:solidFill>
                <a:effectLst/>
                <a:latin typeface="Google Sans Text"/>
              </a:rPr>
              <a:t> i değişkenine 10, j değişkenine ise 5 değeri atanmış.</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b="1" i="0" u="none" strike="noStrike" cap="none" normalizeH="0" baseline="0" dirty="0">
                <a:ln>
                  <a:noFill/>
                </a:ln>
                <a:solidFill>
                  <a:schemeClr val="tx1"/>
                </a:solidFill>
                <a:effectLst/>
                <a:latin typeface="Google Sans Text"/>
              </a:rPr>
              <a:t>Matematiksel İşlemler:</a:t>
            </a:r>
            <a:endParaRPr kumimoji="0" lang="tr-TR" altLang="tr-TR"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Google Sans Text"/>
              </a:rPr>
              <a:t>Çarpma (*):</a:t>
            </a:r>
            <a:r>
              <a:rPr kumimoji="0" lang="tr-TR" altLang="tr-TR" sz="1600" b="0" i="0" u="none" strike="noStrike" cap="none" normalizeH="0" baseline="0" dirty="0">
                <a:ln>
                  <a:noFill/>
                </a:ln>
                <a:solidFill>
                  <a:schemeClr val="tx1"/>
                </a:solidFill>
                <a:effectLst/>
                <a:latin typeface="Google Sans Text"/>
              </a:rPr>
              <a:t> $10 \</a:t>
            </a:r>
            <a:r>
              <a:rPr kumimoji="0" lang="tr-TR" altLang="tr-TR" sz="1600" b="0" i="0" u="none" strike="noStrike" cap="none" normalizeH="0" baseline="0" dirty="0" err="1">
                <a:ln>
                  <a:noFill/>
                </a:ln>
                <a:solidFill>
                  <a:schemeClr val="tx1"/>
                </a:solidFill>
                <a:effectLst/>
                <a:latin typeface="Google Sans Text"/>
              </a:rPr>
              <a:t>times</a:t>
            </a:r>
            <a:r>
              <a:rPr kumimoji="0" lang="tr-TR" altLang="tr-TR" sz="1600" b="0" i="0" u="none" strike="noStrike" cap="none" normalizeH="0" baseline="0" dirty="0">
                <a:ln>
                  <a:noFill/>
                </a:ln>
                <a:solidFill>
                  <a:schemeClr val="tx1"/>
                </a:solidFill>
                <a:effectLst/>
                <a:latin typeface="Google Sans Text"/>
              </a:rPr>
              <a:t> 5 = 50$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Google Sans Text"/>
              </a:rPr>
              <a:t>Toplama (+):</a:t>
            </a:r>
            <a:r>
              <a:rPr kumimoji="0" lang="tr-TR" altLang="tr-TR" sz="1600" b="0" i="0" u="none" strike="noStrike" cap="none" normalizeH="0" baseline="0" dirty="0">
                <a:ln>
                  <a:noFill/>
                </a:ln>
                <a:solidFill>
                  <a:schemeClr val="tx1"/>
                </a:solidFill>
                <a:effectLst/>
                <a:latin typeface="Google Sans Text"/>
              </a:rPr>
              <a:t> $10 + 5 = 15$</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Google Sans Text"/>
              </a:rPr>
              <a:t>Bölme (/):</a:t>
            </a:r>
            <a:r>
              <a:rPr kumimoji="0" lang="tr-TR" altLang="tr-TR" sz="1600" b="0" i="0" u="none" strike="noStrike" cap="none" normalizeH="0" baseline="0" dirty="0">
                <a:ln>
                  <a:noFill/>
                </a:ln>
                <a:solidFill>
                  <a:schemeClr val="tx1"/>
                </a:solidFill>
                <a:effectLst/>
                <a:latin typeface="Google Sans Text"/>
              </a:rPr>
              <a:t> $10 / 5 = 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a:ln>
                  <a:noFill/>
                </a:ln>
                <a:solidFill>
                  <a:schemeClr val="tx1"/>
                </a:solidFill>
                <a:effectLst/>
                <a:latin typeface="Google Sans Text"/>
              </a:rPr>
              <a:t>Mod Alma (%):</a:t>
            </a:r>
            <a:r>
              <a:rPr kumimoji="0" lang="tr-TR" altLang="tr-TR" sz="1600" b="0" i="0" u="none" strike="noStrike" cap="none" normalizeH="0" baseline="0" dirty="0">
                <a:ln>
                  <a:noFill/>
                </a:ln>
                <a:solidFill>
                  <a:schemeClr val="tx1"/>
                </a:solidFill>
                <a:effectLst/>
                <a:latin typeface="Google Sans Text"/>
              </a:rPr>
              <a:t> 10'un 5'e bölümünden kalan </a:t>
            </a:r>
            <a:r>
              <a:rPr kumimoji="0" lang="en-US" altLang="tr-TR" sz="1600" b="0" i="0" u="none" strike="noStrike" cap="none" normalizeH="0" baseline="0" dirty="0">
                <a:ln>
                  <a:noFill/>
                </a:ln>
                <a:solidFill>
                  <a:schemeClr val="tx1"/>
                </a:solidFill>
                <a:effectLst/>
                <a:latin typeface="Google Sans Text"/>
              </a:rPr>
              <a:t>0</a:t>
            </a:r>
            <a:endParaRPr kumimoji="0" lang="tr-TR" altLang="tr-TR"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b="1" i="0" u="none" strike="noStrike" cap="none" normalizeH="0" baseline="0" dirty="0">
                <a:ln>
                  <a:noFill/>
                </a:ln>
                <a:solidFill>
                  <a:schemeClr val="tx1"/>
                </a:solidFill>
                <a:effectLst/>
                <a:latin typeface="Google Sans Text"/>
              </a:rPr>
              <a:t>Konsol Çıktısı:</a:t>
            </a:r>
            <a:r>
              <a:rPr kumimoji="0" lang="tr-TR" altLang="tr-TR" b="0" i="0" u="none" strike="noStrike" cap="none" normalizeH="0" baseline="0" dirty="0">
                <a:ln>
                  <a:noFill/>
                </a:ln>
                <a:solidFill>
                  <a:schemeClr val="tx1"/>
                </a:solidFill>
                <a:effectLst/>
                <a:latin typeface="Google Sans Text"/>
              </a:rPr>
              <a:t> console.log() komutu, yanındaki metinle hesaplanan sonucu birleştirerek tarayıcının geliştirici araçları kısmına yazdırır.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b="0" i="0" u="none" strike="noStrike" cap="none" normalizeH="0" baseline="0" dirty="0">
              <a:ln>
                <a:noFill/>
              </a:ln>
              <a:solidFill>
                <a:schemeClr val="tx1"/>
              </a:solidFill>
              <a:effectLst/>
              <a:latin typeface="Arial" panose="020B0604020202020204" pitchFamily="34" charset="0"/>
            </a:endParaRPr>
          </a:p>
        </p:txBody>
      </p:sp>
      <p:sp>
        <p:nvSpPr>
          <p:cNvPr id="22" name="Slide Number Placeholder 21">
            <a:extLst>
              <a:ext uri="{FF2B5EF4-FFF2-40B4-BE49-F238E27FC236}">
                <a16:creationId xmlns:a16="http://schemas.microsoft.com/office/drawing/2014/main" id="{7119083C-1AAA-DA0F-9656-F0ED2B3A28A7}"/>
              </a:ext>
            </a:extLst>
          </p:cNvPr>
          <p:cNvSpPr>
            <a:spLocks noGrp="1"/>
          </p:cNvSpPr>
          <p:nvPr>
            <p:ph type="sldNum" sz="quarter" idx="12"/>
          </p:nvPr>
        </p:nvSpPr>
        <p:spPr/>
        <p:txBody>
          <a:bodyPr/>
          <a:lstStyle/>
          <a:p>
            <a:pPr>
              <a:defRPr/>
            </a:pPr>
            <a:fld id="{91F9D9B3-D101-425F-8527-D210206DC283}" type="slidenum">
              <a:rPr lang="tr-TR" altLang="en-US" smtClean="0"/>
              <a:pPr>
                <a:defRPr/>
              </a:pPr>
              <a:t>13</a:t>
            </a:fld>
            <a:endParaRPr lang="tr-TR" altLang="en-US"/>
          </a:p>
        </p:txBody>
      </p:sp>
      <p:sp>
        <p:nvSpPr>
          <p:cNvPr id="3" name="TextBox 2">
            <a:extLst>
              <a:ext uri="{FF2B5EF4-FFF2-40B4-BE49-F238E27FC236}">
                <a16:creationId xmlns:a16="http://schemas.microsoft.com/office/drawing/2014/main" id="{B052D457-BDF6-976C-A668-C5400A187CF8}"/>
              </a:ext>
            </a:extLst>
          </p:cNvPr>
          <p:cNvSpPr txBox="1"/>
          <p:nvPr/>
        </p:nvSpPr>
        <p:spPr>
          <a:xfrm>
            <a:off x="4649377" y="6320391"/>
            <a:ext cx="3581722" cy="307777"/>
          </a:xfrm>
          <a:prstGeom prst="rect">
            <a:avLst/>
          </a:prstGeom>
          <a:noFill/>
        </p:spPr>
        <p:txBody>
          <a:bodyPr wrap="square">
            <a:spAutoFit/>
          </a:bodyPr>
          <a:lstStyle/>
          <a:p>
            <a:r>
              <a:rPr lang="en-US" sz="1400" b="1" dirty="0"/>
              <a:t>KOD</a:t>
            </a:r>
            <a:r>
              <a:rPr lang="en-US" sz="1400" dirty="0"/>
              <a:t>: h2_sunum_kodlar &gt;&gt; </a:t>
            </a:r>
            <a:r>
              <a:rPr lang="tr-TR" sz="1400" dirty="0"/>
              <a:t>1-ilk_kod</a:t>
            </a:r>
            <a:r>
              <a:rPr lang="en-US" sz="1400" dirty="0"/>
              <a:t>.html</a:t>
            </a:r>
            <a:endParaRPr lang="tr-TR" sz="1400" dirty="0"/>
          </a:p>
        </p:txBody>
      </p:sp>
    </p:spTree>
    <p:extLst>
      <p:ext uri="{BB962C8B-B14F-4D97-AF65-F5344CB8AC3E}">
        <p14:creationId xmlns:p14="http://schemas.microsoft.com/office/powerpoint/2010/main" val="614801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45AA3-9072-24FC-C2F1-19569CF47304}"/>
              </a:ext>
            </a:extLst>
          </p:cNvPr>
          <p:cNvSpPr>
            <a:spLocks noGrp="1"/>
          </p:cNvSpPr>
          <p:nvPr>
            <p:ph type="title"/>
          </p:nvPr>
        </p:nvSpPr>
        <p:spPr/>
        <p:txBody>
          <a:bodyPr/>
          <a:lstStyle/>
          <a:p>
            <a:r>
              <a:rPr lang="en-US" dirty="0"/>
              <a:t>İlk </a:t>
            </a:r>
            <a:r>
              <a:rPr lang="en-US" dirty="0" err="1"/>
              <a:t>Kod</a:t>
            </a:r>
            <a:r>
              <a:rPr lang="en-US" dirty="0"/>
              <a:t> - </a:t>
            </a:r>
            <a:r>
              <a:rPr lang="en-US" dirty="0" err="1"/>
              <a:t>Harici</a:t>
            </a:r>
            <a:endParaRPr lang="tr-TR" dirty="0"/>
          </a:p>
        </p:txBody>
      </p:sp>
      <p:sp>
        <p:nvSpPr>
          <p:cNvPr id="3" name="Content Placeholder 2">
            <a:extLst>
              <a:ext uri="{FF2B5EF4-FFF2-40B4-BE49-F238E27FC236}">
                <a16:creationId xmlns:a16="http://schemas.microsoft.com/office/drawing/2014/main" id="{AB580CEC-146F-640B-AD78-F0B9A829F8AC}"/>
              </a:ext>
            </a:extLst>
          </p:cNvPr>
          <p:cNvSpPr>
            <a:spLocks noGrp="1"/>
          </p:cNvSpPr>
          <p:nvPr>
            <p:ph idx="1"/>
          </p:nvPr>
        </p:nvSpPr>
        <p:spPr/>
        <p:txBody>
          <a:bodyPr/>
          <a:lstStyle/>
          <a:p>
            <a:endParaRPr lang="tr-TR" dirty="0"/>
          </a:p>
        </p:txBody>
      </p:sp>
      <p:sp>
        <p:nvSpPr>
          <p:cNvPr id="4" name="Text Placeholder 3">
            <a:extLst>
              <a:ext uri="{FF2B5EF4-FFF2-40B4-BE49-F238E27FC236}">
                <a16:creationId xmlns:a16="http://schemas.microsoft.com/office/drawing/2014/main" id="{DFBF8058-65C2-D5D1-2A19-84C24A12AF6F}"/>
              </a:ext>
            </a:extLst>
          </p:cNvPr>
          <p:cNvSpPr>
            <a:spLocks noGrp="1"/>
          </p:cNvSpPr>
          <p:nvPr>
            <p:ph type="body" sz="half" idx="2"/>
          </p:nvPr>
        </p:nvSpPr>
        <p:spPr/>
        <p:txBody>
          <a:bodyPr/>
          <a:lstStyle/>
          <a:p>
            <a:endParaRPr lang="tr-TR" dirty="0"/>
          </a:p>
        </p:txBody>
      </p:sp>
      <p:pic>
        <p:nvPicPr>
          <p:cNvPr id="10" name="Picture 9">
            <a:extLst>
              <a:ext uri="{FF2B5EF4-FFF2-40B4-BE49-F238E27FC236}">
                <a16:creationId xmlns:a16="http://schemas.microsoft.com/office/drawing/2014/main" id="{86E22345-F78A-1426-1755-EB40345892D1}"/>
              </a:ext>
            </a:extLst>
          </p:cNvPr>
          <p:cNvPicPr>
            <a:picLocks noChangeAspect="1"/>
          </p:cNvPicPr>
          <p:nvPr/>
        </p:nvPicPr>
        <p:blipFill>
          <a:blip r:embed="rId2"/>
          <a:stretch>
            <a:fillRect/>
          </a:stretch>
        </p:blipFill>
        <p:spPr>
          <a:xfrm>
            <a:off x="395536" y="3415921"/>
            <a:ext cx="5611008" cy="2715004"/>
          </a:xfrm>
          <a:prstGeom prst="rect">
            <a:avLst/>
          </a:prstGeom>
        </p:spPr>
      </p:pic>
      <p:pic>
        <p:nvPicPr>
          <p:cNvPr id="8" name="Picture 7">
            <a:extLst>
              <a:ext uri="{FF2B5EF4-FFF2-40B4-BE49-F238E27FC236}">
                <a16:creationId xmlns:a16="http://schemas.microsoft.com/office/drawing/2014/main" id="{CD7B58F2-BCF6-4FC2-8542-45A2F31F32FE}"/>
              </a:ext>
            </a:extLst>
          </p:cNvPr>
          <p:cNvPicPr>
            <a:picLocks noChangeAspect="1"/>
          </p:cNvPicPr>
          <p:nvPr/>
        </p:nvPicPr>
        <p:blipFill>
          <a:blip r:embed="rId3"/>
          <a:stretch>
            <a:fillRect/>
          </a:stretch>
        </p:blipFill>
        <p:spPr>
          <a:xfrm>
            <a:off x="4860032" y="1202922"/>
            <a:ext cx="3181794" cy="3067478"/>
          </a:xfrm>
          <a:prstGeom prst="rect">
            <a:avLst/>
          </a:prstGeom>
        </p:spPr>
      </p:pic>
      <p:sp>
        <p:nvSpPr>
          <p:cNvPr id="11" name="Slide Number Placeholder 10">
            <a:extLst>
              <a:ext uri="{FF2B5EF4-FFF2-40B4-BE49-F238E27FC236}">
                <a16:creationId xmlns:a16="http://schemas.microsoft.com/office/drawing/2014/main" id="{F4DAFFA4-DE95-6A55-256A-1FCFDCDBD1C1}"/>
              </a:ext>
            </a:extLst>
          </p:cNvPr>
          <p:cNvSpPr>
            <a:spLocks noGrp="1"/>
          </p:cNvSpPr>
          <p:nvPr>
            <p:ph type="sldNum" sz="quarter" idx="12"/>
          </p:nvPr>
        </p:nvSpPr>
        <p:spPr/>
        <p:txBody>
          <a:bodyPr/>
          <a:lstStyle/>
          <a:p>
            <a:pPr>
              <a:defRPr/>
            </a:pPr>
            <a:fld id="{91F9D9B3-D101-425F-8527-D210206DC283}" type="slidenum">
              <a:rPr lang="tr-TR" altLang="en-US" smtClean="0"/>
              <a:pPr>
                <a:defRPr/>
              </a:pPr>
              <a:t>14</a:t>
            </a:fld>
            <a:endParaRPr lang="tr-TR" altLang="en-US"/>
          </a:p>
        </p:txBody>
      </p:sp>
      <p:sp>
        <p:nvSpPr>
          <p:cNvPr id="5" name="TextBox 4">
            <a:extLst>
              <a:ext uri="{FF2B5EF4-FFF2-40B4-BE49-F238E27FC236}">
                <a16:creationId xmlns:a16="http://schemas.microsoft.com/office/drawing/2014/main" id="{4A867457-BD86-02B6-A73F-78917F263D2D}"/>
              </a:ext>
            </a:extLst>
          </p:cNvPr>
          <p:cNvSpPr txBox="1"/>
          <p:nvPr/>
        </p:nvSpPr>
        <p:spPr>
          <a:xfrm>
            <a:off x="3779912" y="6320391"/>
            <a:ext cx="4451187" cy="307777"/>
          </a:xfrm>
          <a:prstGeom prst="rect">
            <a:avLst/>
          </a:prstGeom>
          <a:noFill/>
        </p:spPr>
        <p:txBody>
          <a:bodyPr wrap="square">
            <a:spAutoFit/>
          </a:bodyPr>
          <a:lstStyle/>
          <a:p>
            <a:r>
              <a:rPr lang="en-US" sz="1400" b="1" dirty="0"/>
              <a:t>KOD</a:t>
            </a:r>
            <a:r>
              <a:rPr lang="en-US" sz="1400" dirty="0"/>
              <a:t>: h2_sunum_kodlar &gt;&gt; 2</a:t>
            </a:r>
            <a:r>
              <a:rPr lang="tr-TR" sz="1400" dirty="0"/>
              <a:t>-</a:t>
            </a:r>
            <a:r>
              <a:rPr lang="tr-TR" sz="1400" dirty="0" err="1"/>
              <a:t>ilk_kod</a:t>
            </a:r>
            <a:r>
              <a:rPr lang="en-US" sz="1400" dirty="0"/>
              <a:t>-harici.html</a:t>
            </a:r>
            <a:endParaRPr lang="tr-TR" sz="1400" dirty="0"/>
          </a:p>
        </p:txBody>
      </p:sp>
    </p:spTree>
    <p:extLst>
      <p:ext uri="{BB962C8B-B14F-4D97-AF65-F5344CB8AC3E}">
        <p14:creationId xmlns:p14="http://schemas.microsoft.com/office/powerpoint/2010/main" val="250087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846C7A-9725-6E51-ACED-2C9AAF7392BA}"/>
              </a:ext>
            </a:extLst>
          </p:cNvPr>
          <p:cNvSpPr>
            <a:spLocks noGrp="1"/>
          </p:cNvSpPr>
          <p:nvPr>
            <p:ph type="title"/>
          </p:nvPr>
        </p:nvSpPr>
        <p:spPr/>
        <p:txBody>
          <a:bodyPr/>
          <a:lstStyle/>
          <a:p>
            <a:r>
              <a:rPr lang="en-US" dirty="0"/>
              <a:t>JS </a:t>
            </a:r>
            <a:r>
              <a:rPr lang="en-US" dirty="0" err="1"/>
              <a:t>Temelleri</a:t>
            </a:r>
            <a:endParaRPr lang="tr-TR" dirty="0"/>
          </a:p>
        </p:txBody>
      </p:sp>
      <p:sp>
        <p:nvSpPr>
          <p:cNvPr id="6" name="Content Placeholder 5">
            <a:extLst>
              <a:ext uri="{FF2B5EF4-FFF2-40B4-BE49-F238E27FC236}">
                <a16:creationId xmlns:a16="http://schemas.microsoft.com/office/drawing/2014/main" id="{13C5169D-7BBE-82E5-C7A1-7F2CDF0CDD62}"/>
              </a:ext>
            </a:extLst>
          </p:cNvPr>
          <p:cNvSpPr>
            <a:spLocks noGrp="1"/>
          </p:cNvSpPr>
          <p:nvPr>
            <p:ph idx="1"/>
          </p:nvPr>
        </p:nvSpPr>
        <p:spPr/>
        <p:txBody>
          <a:bodyPr/>
          <a:lstStyle/>
          <a:p>
            <a:r>
              <a:rPr lang="en-US" dirty="0" err="1"/>
              <a:t>Değişkenler</a:t>
            </a:r>
            <a:endParaRPr lang="en-US" dirty="0"/>
          </a:p>
          <a:p>
            <a:pPr lvl="1"/>
            <a:r>
              <a:rPr lang="en-US" dirty="0" err="1"/>
              <a:t>İsimlendirme</a:t>
            </a:r>
            <a:endParaRPr lang="en-US" dirty="0"/>
          </a:p>
          <a:p>
            <a:pPr lvl="1"/>
            <a:r>
              <a:rPr lang="en-US" dirty="0" err="1"/>
              <a:t>Kapsam</a:t>
            </a:r>
            <a:endParaRPr lang="en-US" dirty="0"/>
          </a:p>
          <a:p>
            <a:r>
              <a:rPr lang="en-US" dirty="0"/>
              <a:t>Veri </a:t>
            </a:r>
            <a:r>
              <a:rPr lang="en-US" dirty="0" err="1"/>
              <a:t>Türleri</a:t>
            </a:r>
            <a:endParaRPr lang="en-US" dirty="0"/>
          </a:p>
          <a:p>
            <a:r>
              <a:rPr lang="en-US" dirty="0"/>
              <a:t>Tür </a:t>
            </a:r>
            <a:r>
              <a:rPr lang="en-US" dirty="0" err="1"/>
              <a:t>Dönüşümleri</a:t>
            </a:r>
            <a:endParaRPr lang="en-US" dirty="0"/>
          </a:p>
          <a:p>
            <a:r>
              <a:rPr lang="en-US" dirty="0" err="1"/>
              <a:t>Operatörler</a:t>
            </a:r>
            <a:endParaRPr lang="tr-TR" dirty="0"/>
          </a:p>
        </p:txBody>
      </p:sp>
      <p:sp>
        <p:nvSpPr>
          <p:cNvPr id="7" name="Slide Number Placeholder 6">
            <a:extLst>
              <a:ext uri="{FF2B5EF4-FFF2-40B4-BE49-F238E27FC236}">
                <a16:creationId xmlns:a16="http://schemas.microsoft.com/office/drawing/2014/main" id="{EB6FE1BB-C379-4891-658D-BAC2490648A8}"/>
              </a:ext>
            </a:extLst>
          </p:cNvPr>
          <p:cNvSpPr>
            <a:spLocks noGrp="1"/>
          </p:cNvSpPr>
          <p:nvPr>
            <p:ph type="sldNum" sz="quarter" idx="12"/>
          </p:nvPr>
        </p:nvSpPr>
        <p:spPr/>
        <p:txBody>
          <a:bodyPr/>
          <a:lstStyle/>
          <a:p>
            <a:pPr>
              <a:defRPr/>
            </a:pPr>
            <a:fld id="{C2E76B57-1749-484A-BC30-43D176F9D50D}" type="slidenum">
              <a:rPr lang="tr-TR" altLang="en-US" smtClean="0"/>
              <a:pPr>
                <a:defRPr/>
              </a:pPr>
              <a:t>15</a:t>
            </a:fld>
            <a:endParaRPr lang="tr-TR" altLang="en-US"/>
          </a:p>
        </p:txBody>
      </p:sp>
    </p:spTree>
    <p:extLst>
      <p:ext uri="{BB962C8B-B14F-4D97-AF65-F5344CB8AC3E}">
        <p14:creationId xmlns:p14="http://schemas.microsoft.com/office/powerpoint/2010/main" val="3566577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7A0A-5CB1-71C4-DE2D-0866C994FA4B}"/>
              </a:ext>
            </a:extLst>
          </p:cNvPr>
          <p:cNvSpPr>
            <a:spLocks noGrp="1"/>
          </p:cNvSpPr>
          <p:nvPr>
            <p:ph type="title"/>
          </p:nvPr>
        </p:nvSpPr>
        <p:spPr/>
        <p:txBody>
          <a:bodyPr>
            <a:normAutofit fontScale="90000"/>
          </a:bodyPr>
          <a:lstStyle/>
          <a:p>
            <a:r>
              <a:rPr lang="tr-TR" sz="4000" dirty="0"/>
              <a:t>Değişkenler: </a:t>
            </a:r>
            <a:r>
              <a:rPr lang="en-US" sz="2700" dirty="0" err="1"/>
              <a:t>Verinin</a:t>
            </a:r>
            <a:r>
              <a:rPr lang="tr-TR" sz="2700" dirty="0"/>
              <a:t> "Saklama Kapları"</a:t>
            </a:r>
            <a:endParaRPr lang="tr-TR" dirty="0"/>
          </a:p>
        </p:txBody>
      </p:sp>
      <p:pic>
        <p:nvPicPr>
          <p:cNvPr id="10" name="Content Placeholder 9">
            <a:extLst>
              <a:ext uri="{FF2B5EF4-FFF2-40B4-BE49-F238E27FC236}">
                <a16:creationId xmlns:a16="http://schemas.microsoft.com/office/drawing/2014/main" id="{3182D3C0-34BB-A17B-0A15-2EF8272F6D45}"/>
              </a:ext>
            </a:extLst>
          </p:cNvPr>
          <p:cNvPicPr>
            <a:picLocks noGrp="1" noChangeAspect="1"/>
          </p:cNvPicPr>
          <p:nvPr>
            <p:ph idx="1"/>
          </p:nvPr>
        </p:nvPicPr>
        <p:blipFill>
          <a:blip r:embed="rId2"/>
          <a:stretch>
            <a:fillRect/>
          </a:stretch>
        </p:blipFill>
        <p:spPr bwMode="auto">
          <a:xfrm>
            <a:off x="3904433" y="1729772"/>
            <a:ext cx="4629150" cy="1725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a:extLst>
              <a:ext uri="{FF2B5EF4-FFF2-40B4-BE49-F238E27FC236}">
                <a16:creationId xmlns:a16="http://schemas.microsoft.com/office/drawing/2014/main" id="{803B6031-4AE8-8E93-F483-872F5B5D1694}"/>
              </a:ext>
            </a:extLst>
          </p:cNvPr>
          <p:cNvSpPr>
            <a:spLocks noGrp="1"/>
          </p:cNvSpPr>
          <p:nvPr>
            <p:ph type="body" sz="half" idx="2"/>
          </p:nvPr>
        </p:nvSpPr>
        <p:spPr/>
        <p:txBody>
          <a:bodyPr/>
          <a:lstStyle/>
          <a:p>
            <a:pPr marL="285750" indent="-285750">
              <a:buFont typeface="Arial" panose="020B0604020202020204" pitchFamily="34" charset="0"/>
              <a:buChar char="•"/>
            </a:pPr>
            <a:r>
              <a:rPr lang="en-US" sz="1800" dirty="0"/>
              <a:t>B</a:t>
            </a:r>
            <a:r>
              <a:rPr lang="tr-TR" sz="1800" dirty="0" err="1"/>
              <a:t>ilgisayarın</a:t>
            </a:r>
            <a:r>
              <a:rPr lang="tr-TR" sz="1800" dirty="0"/>
              <a:t> hafızasında (RAM) bir yer ayırıp içine bir isim verip değer koymaktır.</a:t>
            </a:r>
            <a:endParaRPr lang="en-US" sz="1800" dirty="0"/>
          </a:p>
          <a:p>
            <a:pPr marL="285750" indent="-285750">
              <a:buFont typeface="Arial" panose="020B0604020202020204" pitchFamily="34" charset="0"/>
              <a:buChar char="•"/>
            </a:pPr>
            <a:r>
              <a:rPr lang="tr-TR" sz="1800" dirty="0"/>
              <a:t>Bir taşınma kolisi gibi düşünün; </a:t>
            </a:r>
            <a:endParaRPr lang="en-US" sz="1800" dirty="0"/>
          </a:p>
          <a:p>
            <a:pPr marL="742950" lvl="1" indent="-285750">
              <a:buFont typeface="Arial" panose="020B0604020202020204" pitchFamily="34" charset="0"/>
              <a:buChar char="•"/>
            </a:pPr>
            <a:r>
              <a:rPr lang="tr-TR" sz="1600" dirty="0"/>
              <a:t>üzerine "Mutfak Eşyaları" yazarsınız (Değişken adı) ve </a:t>
            </a:r>
            <a:endParaRPr lang="en-US" sz="1600" dirty="0"/>
          </a:p>
          <a:p>
            <a:pPr marL="742950" lvl="1" indent="-285750">
              <a:buFont typeface="Arial" panose="020B0604020202020204" pitchFamily="34" charset="0"/>
              <a:buChar char="•"/>
            </a:pPr>
            <a:r>
              <a:rPr lang="tr-TR" sz="1600" dirty="0"/>
              <a:t>içine tabakları koyarsınız (Değişken değeri).</a:t>
            </a:r>
          </a:p>
        </p:txBody>
      </p:sp>
      <p:sp>
        <p:nvSpPr>
          <p:cNvPr id="5" name="Slide Number Placeholder 4">
            <a:extLst>
              <a:ext uri="{FF2B5EF4-FFF2-40B4-BE49-F238E27FC236}">
                <a16:creationId xmlns:a16="http://schemas.microsoft.com/office/drawing/2014/main" id="{B446077B-8C76-382D-CDBB-F5539FD5114A}"/>
              </a:ext>
            </a:extLst>
          </p:cNvPr>
          <p:cNvSpPr>
            <a:spLocks noGrp="1"/>
          </p:cNvSpPr>
          <p:nvPr>
            <p:ph type="sldNum" sz="quarter" idx="12"/>
          </p:nvPr>
        </p:nvSpPr>
        <p:spPr/>
        <p:txBody>
          <a:bodyPr/>
          <a:lstStyle/>
          <a:p>
            <a:pPr>
              <a:defRPr/>
            </a:pPr>
            <a:fld id="{91F9D9B3-D101-425F-8527-D210206DC283}" type="slidenum">
              <a:rPr lang="tr-TR" altLang="en-US" smtClean="0"/>
              <a:pPr>
                <a:defRPr/>
              </a:pPr>
              <a:t>16</a:t>
            </a:fld>
            <a:endParaRPr lang="tr-TR" altLang="en-US"/>
          </a:p>
        </p:txBody>
      </p:sp>
      <p:pic>
        <p:nvPicPr>
          <p:cNvPr id="6" name="Picture 5">
            <a:extLst>
              <a:ext uri="{FF2B5EF4-FFF2-40B4-BE49-F238E27FC236}">
                <a16:creationId xmlns:a16="http://schemas.microsoft.com/office/drawing/2014/main" id="{792BD241-BDB6-94EE-8738-6EDAD456042E}"/>
              </a:ext>
            </a:extLst>
          </p:cNvPr>
          <p:cNvPicPr>
            <a:picLocks noChangeAspect="1"/>
          </p:cNvPicPr>
          <p:nvPr/>
        </p:nvPicPr>
        <p:blipFill>
          <a:blip r:embed="rId3"/>
          <a:stretch>
            <a:fillRect/>
          </a:stretch>
        </p:blipFill>
        <p:spPr>
          <a:xfrm>
            <a:off x="616951" y="5427753"/>
            <a:ext cx="2962862" cy="1080079"/>
          </a:xfrm>
          <a:prstGeom prst="rect">
            <a:avLst/>
          </a:prstGeom>
        </p:spPr>
      </p:pic>
      <p:sp>
        <p:nvSpPr>
          <p:cNvPr id="12" name="Content Placeholder 6">
            <a:extLst>
              <a:ext uri="{FF2B5EF4-FFF2-40B4-BE49-F238E27FC236}">
                <a16:creationId xmlns:a16="http://schemas.microsoft.com/office/drawing/2014/main" id="{46D71346-1029-1192-E826-E6A36588E49A}"/>
              </a:ext>
            </a:extLst>
          </p:cNvPr>
          <p:cNvSpPr txBox="1">
            <a:spLocks/>
          </p:cNvSpPr>
          <p:nvPr/>
        </p:nvSpPr>
        <p:spPr bwMode="auto">
          <a:xfrm>
            <a:off x="3904433" y="3564999"/>
            <a:ext cx="4629150" cy="2816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kern="1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kern="1200">
                <a:solidFill>
                  <a:schemeClr val="tx1"/>
                </a:solidFill>
                <a:latin typeface="+mn-lt"/>
                <a:ea typeface="+mn-ea"/>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kern="1200">
                <a:solidFill>
                  <a:schemeClr val="tx1"/>
                </a:solidFill>
                <a:latin typeface="+mn-lt"/>
                <a:ea typeface="+mn-ea"/>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r>
              <a:rPr lang="tr-TR" sz="2000" b="1" dirty="0">
                <a:solidFill>
                  <a:srgbClr val="0070C0"/>
                </a:solidFill>
              </a:rPr>
              <a:t>var</a:t>
            </a:r>
            <a:r>
              <a:rPr lang="tr-TR" sz="2000" dirty="0"/>
              <a:t>, değişken tanımlamak için kullanılan </a:t>
            </a:r>
            <a:r>
              <a:rPr lang="tr-TR" sz="2000" b="1" dirty="0"/>
              <a:t>eski</a:t>
            </a:r>
            <a:r>
              <a:rPr lang="tr-TR" sz="2000" dirty="0"/>
              <a:t> bir yöntemdir.</a:t>
            </a:r>
          </a:p>
          <a:p>
            <a:r>
              <a:rPr lang="tr-TR" sz="2000" b="1" dirty="0" err="1">
                <a:solidFill>
                  <a:srgbClr val="0070C0"/>
                </a:solidFill>
              </a:rPr>
              <a:t>let</a:t>
            </a:r>
            <a:r>
              <a:rPr lang="tr-TR" sz="2000" dirty="0"/>
              <a:t>, değişken tanımlamak için kullanılan </a:t>
            </a:r>
            <a:r>
              <a:rPr lang="tr-TR" sz="2000" b="1" dirty="0"/>
              <a:t>yeni</a:t>
            </a:r>
            <a:r>
              <a:rPr lang="tr-TR" sz="2000" dirty="0"/>
              <a:t> bir yöntemdir.</a:t>
            </a:r>
          </a:p>
          <a:p>
            <a:r>
              <a:rPr lang="tr-TR" sz="2000" b="1" dirty="0" err="1">
                <a:solidFill>
                  <a:srgbClr val="0070C0"/>
                </a:solidFill>
              </a:rPr>
              <a:t>const</a:t>
            </a:r>
            <a:r>
              <a:rPr lang="tr-TR" sz="2000" dirty="0"/>
              <a:t>, değişken değerinin sabit olduğunu belirtir ve herhangi bir </a:t>
            </a:r>
            <a:r>
              <a:rPr lang="tr-TR" sz="2000" b="1" dirty="0"/>
              <a:t>değişikliğe izin vermez</a:t>
            </a:r>
            <a:r>
              <a:rPr lang="tr-TR" sz="2000" dirty="0"/>
              <a:t>.</a:t>
            </a:r>
          </a:p>
          <a:p>
            <a:endParaRPr lang="tr-TR" dirty="0"/>
          </a:p>
        </p:txBody>
      </p:sp>
    </p:spTree>
    <p:extLst>
      <p:ext uri="{BB962C8B-B14F-4D97-AF65-F5344CB8AC3E}">
        <p14:creationId xmlns:p14="http://schemas.microsoft.com/office/powerpoint/2010/main" val="1915382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85ED6-3D34-5C5E-A01B-01AC81B1A8D8}"/>
              </a:ext>
            </a:extLst>
          </p:cNvPr>
          <p:cNvSpPr>
            <a:spLocks noGrp="1"/>
          </p:cNvSpPr>
          <p:nvPr>
            <p:ph type="title"/>
          </p:nvPr>
        </p:nvSpPr>
        <p:spPr/>
        <p:txBody>
          <a:bodyPr/>
          <a:lstStyle/>
          <a:p>
            <a:r>
              <a:rPr lang="tr-TR" dirty="0"/>
              <a:t>Değişken </a:t>
            </a:r>
            <a:r>
              <a:rPr lang="en-US" dirty="0" err="1"/>
              <a:t>Adı</a:t>
            </a:r>
            <a:r>
              <a:rPr lang="en-US" dirty="0"/>
              <a:t> </a:t>
            </a:r>
            <a:r>
              <a:rPr lang="tr-TR" dirty="0"/>
              <a:t>Kuralları</a:t>
            </a:r>
          </a:p>
        </p:txBody>
      </p:sp>
      <p:sp>
        <p:nvSpPr>
          <p:cNvPr id="3" name="Content Placeholder 2">
            <a:extLst>
              <a:ext uri="{FF2B5EF4-FFF2-40B4-BE49-F238E27FC236}">
                <a16:creationId xmlns:a16="http://schemas.microsoft.com/office/drawing/2014/main" id="{A166ED40-C553-5069-9F9F-E406D7A228A2}"/>
              </a:ext>
            </a:extLst>
          </p:cNvPr>
          <p:cNvSpPr>
            <a:spLocks noGrp="1"/>
          </p:cNvSpPr>
          <p:nvPr>
            <p:ph idx="1"/>
          </p:nvPr>
        </p:nvSpPr>
        <p:spPr/>
        <p:txBody>
          <a:bodyPr>
            <a:normAutofit fontScale="77500" lnSpcReduction="20000"/>
          </a:bodyPr>
          <a:lstStyle/>
          <a:p>
            <a:r>
              <a:rPr lang="tr-TR" dirty="0"/>
              <a:t>Değişken isimleri Türkçe karakter </a:t>
            </a:r>
            <a:r>
              <a:rPr lang="tr-TR" b="1" i="1" dirty="0"/>
              <a:t>içermemelidir.</a:t>
            </a:r>
            <a:endParaRPr lang="tr-TR" dirty="0"/>
          </a:p>
          <a:p>
            <a:r>
              <a:rPr lang="tr-TR" dirty="0"/>
              <a:t>Değişken isimleri büyük ve küçük harf </a:t>
            </a:r>
            <a:r>
              <a:rPr lang="tr-TR" b="1" i="1" dirty="0"/>
              <a:t>duyarlıdır.</a:t>
            </a:r>
            <a:endParaRPr lang="tr-TR" dirty="0"/>
          </a:p>
          <a:p>
            <a:r>
              <a:rPr lang="tr-TR" dirty="0"/>
              <a:t>Değişken isimlerinde ilk karakter </a:t>
            </a:r>
            <a:r>
              <a:rPr lang="tr-TR" b="1" i="1" dirty="0"/>
              <a:t>bir sayı olamaz.</a:t>
            </a:r>
            <a:endParaRPr lang="tr-TR" dirty="0"/>
          </a:p>
          <a:p>
            <a:r>
              <a:rPr lang="tr-TR" dirty="0"/>
              <a:t>Değişken isimlerinde JavaScript etiketleri </a:t>
            </a:r>
            <a:r>
              <a:rPr lang="tr-TR" b="1" i="1" dirty="0"/>
              <a:t>kullanılamaz.</a:t>
            </a:r>
            <a:endParaRPr lang="tr-TR" dirty="0"/>
          </a:p>
          <a:p>
            <a:r>
              <a:rPr lang="tr-TR" dirty="0"/>
              <a:t>Değişken isimlerinde sayı, harf, alt çizgi ve dolar işareti </a:t>
            </a:r>
            <a:r>
              <a:rPr lang="tr-TR" b="1" i="1" dirty="0"/>
              <a:t>kullanılabilir;</a:t>
            </a:r>
            <a:r>
              <a:rPr lang="tr-TR" dirty="0"/>
              <a:t> </a:t>
            </a:r>
            <a:endParaRPr lang="en-US" dirty="0"/>
          </a:p>
          <a:p>
            <a:r>
              <a:rPr lang="en-US" dirty="0"/>
              <a:t>B</a:t>
            </a:r>
            <a:r>
              <a:rPr lang="tr-TR" dirty="0" err="1"/>
              <a:t>oşluk</a:t>
            </a:r>
            <a:r>
              <a:rPr lang="tr-TR" dirty="0"/>
              <a:t>, noktalama işareti veya sembol </a:t>
            </a:r>
            <a:r>
              <a:rPr lang="tr-TR" b="1" i="1" dirty="0"/>
              <a:t>kullanılamaz.</a:t>
            </a:r>
            <a:endParaRPr lang="tr-TR" dirty="0"/>
          </a:p>
          <a:p>
            <a:endParaRPr lang="tr-TR" dirty="0"/>
          </a:p>
        </p:txBody>
      </p:sp>
      <p:sp>
        <p:nvSpPr>
          <p:cNvPr id="5" name="Slide Number Placeholder 4">
            <a:extLst>
              <a:ext uri="{FF2B5EF4-FFF2-40B4-BE49-F238E27FC236}">
                <a16:creationId xmlns:a16="http://schemas.microsoft.com/office/drawing/2014/main" id="{154C0661-6DD9-AAB4-DC87-36376CACAD78}"/>
              </a:ext>
            </a:extLst>
          </p:cNvPr>
          <p:cNvSpPr>
            <a:spLocks noGrp="1"/>
          </p:cNvSpPr>
          <p:nvPr>
            <p:ph type="sldNum" sz="quarter" idx="12"/>
          </p:nvPr>
        </p:nvSpPr>
        <p:spPr/>
        <p:txBody>
          <a:bodyPr/>
          <a:lstStyle/>
          <a:p>
            <a:pPr>
              <a:defRPr/>
            </a:pPr>
            <a:fld id="{91F9D9B3-D101-425F-8527-D210206DC283}" type="slidenum">
              <a:rPr lang="tr-TR" altLang="en-US" smtClean="0"/>
              <a:pPr>
                <a:defRPr/>
              </a:pPr>
              <a:t>17</a:t>
            </a:fld>
            <a:endParaRPr lang="tr-TR" altLang="en-US"/>
          </a:p>
        </p:txBody>
      </p:sp>
      <p:pic>
        <p:nvPicPr>
          <p:cNvPr id="9" name="Picture 8">
            <a:extLst>
              <a:ext uri="{FF2B5EF4-FFF2-40B4-BE49-F238E27FC236}">
                <a16:creationId xmlns:a16="http://schemas.microsoft.com/office/drawing/2014/main" id="{B63B0047-F453-D5F3-C26A-E4F4905B6C37}"/>
              </a:ext>
            </a:extLst>
          </p:cNvPr>
          <p:cNvPicPr>
            <a:picLocks noChangeAspect="1"/>
          </p:cNvPicPr>
          <p:nvPr/>
        </p:nvPicPr>
        <p:blipFill>
          <a:blip r:embed="rId2"/>
          <a:stretch>
            <a:fillRect/>
          </a:stretch>
        </p:blipFill>
        <p:spPr>
          <a:xfrm>
            <a:off x="565390" y="2275090"/>
            <a:ext cx="3079270" cy="1372475"/>
          </a:xfrm>
          <a:prstGeom prst="rect">
            <a:avLst/>
          </a:prstGeom>
        </p:spPr>
      </p:pic>
      <p:pic>
        <p:nvPicPr>
          <p:cNvPr id="13" name="Picture 12">
            <a:extLst>
              <a:ext uri="{FF2B5EF4-FFF2-40B4-BE49-F238E27FC236}">
                <a16:creationId xmlns:a16="http://schemas.microsoft.com/office/drawing/2014/main" id="{E5B17924-A23A-5A74-670D-78A379600772}"/>
              </a:ext>
            </a:extLst>
          </p:cNvPr>
          <p:cNvPicPr>
            <a:picLocks noChangeAspect="1"/>
          </p:cNvPicPr>
          <p:nvPr/>
        </p:nvPicPr>
        <p:blipFill>
          <a:blip r:embed="rId3"/>
          <a:stretch>
            <a:fillRect/>
          </a:stretch>
        </p:blipFill>
        <p:spPr>
          <a:xfrm>
            <a:off x="162498" y="3996013"/>
            <a:ext cx="3725290" cy="1372475"/>
          </a:xfrm>
          <a:prstGeom prst="rect">
            <a:avLst/>
          </a:prstGeom>
        </p:spPr>
      </p:pic>
    </p:spTree>
    <p:extLst>
      <p:ext uri="{BB962C8B-B14F-4D97-AF65-F5344CB8AC3E}">
        <p14:creationId xmlns:p14="http://schemas.microsoft.com/office/powerpoint/2010/main" val="485741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35472-473A-8DBF-4509-757E1BC36D01}"/>
              </a:ext>
            </a:extLst>
          </p:cNvPr>
          <p:cNvSpPr>
            <a:spLocks noGrp="1"/>
          </p:cNvSpPr>
          <p:nvPr>
            <p:ph type="title"/>
          </p:nvPr>
        </p:nvSpPr>
        <p:spPr/>
        <p:txBody>
          <a:bodyPr/>
          <a:lstStyle/>
          <a:p>
            <a:r>
              <a:rPr lang="en-US" dirty="0"/>
              <a:t>var</a:t>
            </a:r>
            <a:endParaRPr lang="tr-TR" dirty="0"/>
          </a:p>
        </p:txBody>
      </p:sp>
      <p:pic>
        <p:nvPicPr>
          <p:cNvPr id="7" name="Content Placeholder 6">
            <a:extLst>
              <a:ext uri="{FF2B5EF4-FFF2-40B4-BE49-F238E27FC236}">
                <a16:creationId xmlns:a16="http://schemas.microsoft.com/office/drawing/2014/main" id="{C205FBD4-C46A-0C72-A445-9B34BF1AB63E}"/>
              </a:ext>
            </a:extLst>
          </p:cNvPr>
          <p:cNvPicPr>
            <a:picLocks noGrp="1" noChangeAspect="1"/>
          </p:cNvPicPr>
          <p:nvPr>
            <p:ph idx="1"/>
          </p:nvPr>
        </p:nvPicPr>
        <p:blipFill>
          <a:blip r:embed="rId2"/>
          <a:stretch>
            <a:fillRect/>
          </a:stretch>
        </p:blipFill>
        <p:spPr bwMode="auto">
          <a:xfrm>
            <a:off x="3931598" y="2019103"/>
            <a:ext cx="4582164" cy="2819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a:extLst>
              <a:ext uri="{FF2B5EF4-FFF2-40B4-BE49-F238E27FC236}">
                <a16:creationId xmlns:a16="http://schemas.microsoft.com/office/drawing/2014/main" id="{55679BD8-8204-24E7-27A7-854FAFFA47BC}"/>
              </a:ext>
            </a:extLst>
          </p:cNvPr>
          <p:cNvSpPr>
            <a:spLocks noGrp="1"/>
          </p:cNvSpPr>
          <p:nvPr>
            <p:ph type="body" sz="half" idx="2"/>
          </p:nvPr>
        </p:nvSpPr>
        <p:spPr/>
        <p:txBody>
          <a:bodyPr/>
          <a:lstStyle/>
          <a:p>
            <a:pPr marL="285750" indent="-285750">
              <a:buFont typeface="Arial" panose="020B0604020202020204" pitchFamily="34" charset="0"/>
              <a:buChar char="•"/>
            </a:pPr>
            <a:r>
              <a:rPr lang="sv-SE" dirty="0"/>
              <a:t>JS'in ilk yıllarından beri var olan emektar komut.</a:t>
            </a:r>
          </a:p>
          <a:p>
            <a:pPr marL="285750" indent="-285750">
              <a:buFont typeface="Arial" panose="020B0604020202020204" pitchFamily="34" charset="0"/>
              <a:buChar char="•"/>
            </a:pPr>
            <a:r>
              <a:rPr lang="sv-SE" dirty="0"/>
              <a:t>Dikkat edilmesi gereken bir tür!!!</a:t>
            </a:r>
          </a:p>
          <a:p>
            <a:pPr marL="285750" indent="-285750">
              <a:buFont typeface="Arial" panose="020B0604020202020204" pitchFamily="34" charset="0"/>
              <a:buChar char="•"/>
            </a:pPr>
            <a:r>
              <a:rPr lang="tr-TR" dirty="0"/>
              <a:t>Bir değişkeni var ile tanımlarsanız, aynı isimle tekrar tanımlamanıza izin verir.</a:t>
            </a:r>
            <a:endParaRPr lang="en-US" dirty="0"/>
          </a:p>
          <a:p>
            <a:pPr marL="285750" indent="-285750">
              <a:buFont typeface="Arial" panose="020B0604020202020204" pitchFamily="34" charset="0"/>
              <a:buChar char="•"/>
            </a:pPr>
            <a:r>
              <a:rPr lang="nn-NO" b="1" dirty="0"/>
              <a:t>Kapsam (Scope):</a:t>
            </a:r>
            <a:r>
              <a:rPr lang="nn-NO" dirty="0"/>
              <a:t> var biraz gezentidir; bir fonksiyonun içinde değilse her yerden erişilebilir (Global Scope).</a:t>
            </a:r>
            <a:endParaRPr lang="sv-SE" dirty="0"/>
          </a:p>
          <a:p>
            <a:endParaRPr lang="tr-TR" dirty="0"/>
          </a:p>
        </p:txBody>
      </p:sp>
      <p:sp>
        <p:nvSpPr>
          <p:cNvPr id="5" name="Slide Number Placeholder 4">
            <a:extLst>
              <a:ext uri="{FF2B5EF4-FFF2-40B4-BE49-F238E27FC236}">
                <a16:creationId xmlns:a16="http://schemas.microsoft.com/office/drawing/2014/main" id="{0D21A444-AF3A-AB53-A02B-9150DC37CD91}"/>
              </a:ext>
            </a:extLst>
          </p:cNvPr>
          <p:cNvSpPr>
            <a:spLocks noGrp="1"/>
          </p:cNvSpPr>
          <p:nvPr>
            <p:ph type="sldNum" sz="quarter" idx="12"/>
          </p:nvPr>
        </p:nvSpPr>
        <p:spPr/>
        <p:txBody>
          <a:bodyPr/>
          <a:lstStyle/>
          <a:p>
            <a:pPr>
              <a:defRPr/>
            </a:pPr>
            <a:fld id="{91F9D9B3-D101-425F-8527-D210206DC283}" type="slidenum">
              <a:rPr lang="tr-TR" altLang="en-US" smtClean="0"/>
              <a:pPr>
                <a:defRPr/>
              </a:pPr>
              <a:t>18</a:t>
            </a:fld>
            <a:endParaRPr lang="tr-TR" altLang="en-US"/>
          </a:p>
        </p:txBody>
      </p:sp>
      <p:sp>
        <p:nvSpPr>
          <p:cNvPr id="8" name="TextBox 7">
            <a:extLst>
              <a:ext uri="{FF2B5EF4-FFF2-40B4-BE49-F238E27FC236}">
                <a16:creationId xmlns:a16="http://schemas.microsoft.com/office/drawing/2014/main" id="{075979C5-1DDF-B3EC-47D5-B70407714EE4}"/>
              </a:ext>
            </a:extLst>
          </p:cNvPr>
          <p:cNvSpPr txBox="1"/>
          <p:nvPr/>
        </p:nvSpPr>
        <p:spPr>
          <a:xfrm>
            <a:off x="3779912" y="6320391"/>
            <a:ext cx="4451187" cy="307777"/>
          </a:xfrm>
          <a:prstGeom prst="rect">
            <a:avLst/>
          </a:prstGeom>
          <a:noFill/>
        </p:spPr>
        <p:txBody>
          <a:bodyPr wrap="square">
            <a:spAutoFit/>
          </a:bodyPr>
          <a:lstStyle/>
          <a:p>
            <a:r>
              <a:rPr lang="en-US" sz="1400" b="1" dirty="0"/>
              <a:t>KOD</a:t>
            </a:r>
            <a:r>
              <a:rPr lang="en-US" sz="1400" dirty="0"/>
              <a:t>: h2_sunum_kodlar &gt;&gt; 3-degiskenler.html</a:t>
            </a:r>
            <a:endParaRPr lang="tr-TR" sz="1400" dirty="0"/>
          </a:p>
        </p:txBody>
      </p:sp>
    </p:spTree>
    <p:extLst>
      <p:ext uri="{BB962C8B-B14F-4D97-AF65-F5344CB8AC3E}">
        <p14:creationId xmlns:p14="http://schemas.microsoft.com/office/powerpoint/2010/main" val="3743949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C9C01-4002-65A6-3672-FF9645ACA20F}"/>
              </a:ext>
            </a:extLst>
          </p:cNvPr>
          <p:cNvSpPr>
            <a:spLocks noGrp="1"/>
          </p:cNvSpPr>
          <p:nvPr>
            <p:ph type="title"/>
          </p:nvPr>
        </p:nvSpPr>
        <p:spPr/>
        <p:txBody>
          <a:bodyPr/>
          <a:lstStyle/>
          <a:p>
            <a:r>
              <a:rPr lang="en-US" dirty="0"/>
              <a:t>let</a:t>
            </a:r>
            <a:endParaRPr lang="tr-TR" dirty="0"/>
          </a:p>
        </p:txBody>
      </p:sp>
      <p:pic>
        <p:nvPicPr>
          <p:cNvPr id="7" name="Content Placeholder 6">
            <a:extLst>
              <a:ext uri="{FF2B5EF4-FFF2-40B4-BE49-F238E27FC236}">
                <a16:creationId xmlns:a16="http://schemas.microsoft.com/office/drawing/2014/main" id="{2BB4D8A6-327D-6173-9EA3-AAAD5C204B1A}"/>
              </a:ext>
            </a:extLst>
          </p:cNvPr>
          <p:cNvPicPr>
            <a:picLocks noGrp="1" noChangeAspect="1"/>
          </p:cNvPicPr>
          <p:nvPr>
            <p:ph idx="1"/>
          </p:nvPr>
        </p:nvPicPr>
        <p:blipFill>
          <a:blip r:embed="rId2"/>
          <a:stretch>
            <a:fillRect/>
          </a:stretch>
        </p:blipFill>
        <p:spPr bwMode="auto">
          <a:xfrm>
            <a:off x="3887788" y="2053154"/>
            <a:ext cx="4629150" cy="274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a:extLst>
              <a:ext uri="{FF2B5EF4-FFF2-40B4-BE49-F238E27FC236}">
                <a16:creationId xmlns:a16="http://schemas.microsoft.com/office/drawing/2014/main" id="{D2EED140-857F-1615-21A5-AD487CBEDB72}"/>
              </a:ext>
            </a:extLst>
          </p:cNvPr>
          <p:cNvSpPr>
            <a:spLocks noGrp="1"/>
          </p:cNvSpPr>
          <p:nvPr>
            <p:ph type="body" sz="half" idx="2"/>
          </p:nvPr>
        </p:nvSpPr>
        <p:spPr/>
        <p:txBody>
          <a:bodyPr/>
          <a:lstStyle/>
          <a:p>
            <a:pPr marL="285750" indent="-285750">
              <a:buFont typeface="Arial" panose="020B0604020202020204" pitchFamily="34" charset="0"/>
              <a:buChar char="•"/>
            </a:pPr>
            <a:r>
              <a:rPr lang="tr-TR" dirty="0"/>
              <a:t>Modern JavaScript (ES6) ile gelen, günümüzde en çok kullanılan değişken tanımlama yöntemidir.</a:t>
            </a:r>
            <a:endParaRPr lang="en-US" dirty="0"/>
          </a:p>
          <a:p>
            <a:pPr marL="285750" indent="-285750">
              <a:buFont typeface="Arial" panose="020B0604020202020204" pitchFamily="34" charset="0"/>
              <a:buChar char="•"/>
            </a:pPr>
            <a:r>
              <a:rPr lang="tr-TR" dirty="0">
                <a:solidFill>
                  <a:srgbClr val="C00000"/>
                </a:solidFill>
              </a:rPr>
              <a:t>Aynı isimle ikinci kez tanımlama yapmanıza izin vermez, hata fırlatır</a:t>
            </a:r>
            <a:r>
              <a:rPr lang="tr-TR" dirty="0"/>
              <a:t>.</a:t>
            </a:r>
            <a:endParaRPr lang="en-US" dirty="0"/>
          </a:p>
          <a:p>
            <a:pPr marL="285750" indent="-285750">
              <a:buFont typeface="Arial" panose="020B0604020202020204" pitchFamily="34" charset="0"/>
              <a:buChar char="•"/>
            </a:pPr>
            <a:r>
              <a:rPr lang="tr-TR" b="1" dirty="0"/>
              <a:t>Kapsam (</a:t>
            </a:r>
            <a:r>
              <a:rPr lang="tr-TR" b="1" dirty="0" err="1"/>
              <a:t>Scope</a:t>
            </a:r>
            <a:r>
              <a:rPr lang="tr-TR" b="1" dirty="0"/>
              <a:t>):</a:t>
            </a:r>
            <a:r>
              <a:rPr lang="tr-TR" dirty="0"/>
              <a:t> Sadece bulunduğu süslü parantezlerin </a:t>
            </a:r>
            <a:r>
              <a:rPr lang="en-US" dirty="0"/>
              <a:t>{</a:t>
            </a:r>
            <a:r>
              <a:rPr lang="tr-TR" dirty="0"/>
              <a:t> } içinde yaşar. Odadan dışarı çıkmaz.</a:t>
            </a:r>
          </a:p>
        </p:txBody>
      </p:sp>
      <p:sp>
        <p:nvSpPr>
          <p:cNvPr id="5" name="Slide Number Placeholder 4">
            <a:extLst>
              <a:ext uri="{FF2B5EF4-FFF2-40B4-BE49-F238E27FC236}">
                <a16:creationId xmlns:a16="http://schemas.microsoft.com/office/drawing/2014/main" id="{C6DE3757-2E5F-1FAD-74AB-C47B66406913}"/>
              </a:ext>
            </a:extLst>
          </p:cNvPr>
          <p:cNvSpPr>
            <a:spLocks noGrp="1"/>
          </p:cNvSpPr>
          <p:nvPr>
            <p:ph type="sldNum" sz="quarter" idx="12"/>
          </p:nvPr>
        </p:nvSpPr>
        <p:spPr/>
        <p:txBody>
          <a:bodyPr/>
          <a:lstStyle/>
          <a:p>
            <a:pPr>
              <a:defRPr/>
            </a:pPr>
            <a:fld id="{91F9D9B3-D101-425F-8527-D210206DC283}" type="slidenum">
              <a:rPr lang="tr-TR" altLang="en-US" smtClean="0"/>
              <a:pPr>
                <a:defRPr/>
              </a:pPr>
              <a:t>19</a:t>
            </a:fld>
            <a:endParaRPr lang="tr-TR" altLang="en-US"/>
          </a:p>
        </p:txBody>
      </p:sp>
      <p:sp>
        <p:nvSpPr>
          <p:cNvPr id="8" name="TextBox 7">
            <a:extLst>
              <a:ext uri="{FF2B5EF4-FFF2-40B4-BE49-F238E27FC236}">
                <a16:creationId xmlns:a16="http://schemas.microsoft.com/office/drawing/2014/main" id="{101D0B7C-5A50-9706-A344-CE0E8B885D1F}"/>
              </a:ext>
            </a:extLst>
          </p:cNvPr>
          <p:cNvSpPr txBox="1"/>
          <p:nvPr/>
        </p:nvSpPr>
        <p:spPr>
          <a:xfrm>
            <a:off x="3779912" y="6320391"/>
            <a:ext cx="4451187" cy="307777"/>
          </a:xfrm>
          <a:prstGeom prst="rect">
            <a:avLst/>
          </a:prstGeom>
          <a:noFill/>
        </p:spPr>
        <p:txBody>
          <a:bodyPr wrap="square">
            <a:spAutoFit/>
          </a:bodyPr>
          <a:lstStyle/>
          <a:p>
            <a:r>
              <a:rPr lang="en-US" sz="1400" b="1" dirty="0"/>
              <a:t>KOD</a:t>
            </a:r>
            <a:r>
              <a:rPr lang="en-US" sz="1400" dirty="0"/>
              <a:t>: h2_sunum_kodlar &gt;&gt; 3-degiskenler.html</a:t>
            </a:r>
            <a:endParaRPr lang="tr-TR" sz="1400" dirty="0"/>
          </a:p>
        </p:txBody>
      </p:sp>
    </p:spTree>
    <p:extLst>
      <p:ext uri="{BB962C8B-B14F-4D97-AF65-F5344CB8AC3E}">
        <p14:creationId xmlns:p14="http://schemas.microsoft.com/office/powerpoint/2010/main" val="2291102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CB4E0-E689-AD40-920B-0CEE40349AB7}"/>
              </a:ext>
            </a:extLst>
          </p:cNvPr>
          <p:cNvSpPr>
            <a:spLocks noGrp="1"/>
          </p:cNvSpPr>
          <p:nvPr>
            <p:ph type="title"/>
          </p:nvPr>
        </p:nvSpPr>
        <p:spPr/>
        <p:txBody>
          <a:bodyPr/>
          <a:lstStyle/>
          <a:p>
            <a:r>
              <a:rPr lang="en-US" dirty="0"/>
              <a:t>const</a:t>
            </a:r>
            <a:endParaRPr lang="tr-TR" dirty="0"/>
          </a:p>
        </p:txBody>
      </p:sp>
      <p:pic>
        <p:nvPicPr>
          <p:cNvPr id="7" name="Content Placeholder 6">
            <a:extLst>
              <a:ext uri="{FF2B5EF4-FFF2-40B4-BE49-F238E27FC236}">
                <a16:creationId xmlns:a16="http://schemas.microsoft.com/office/drawing/2014/main" id="{EDA3EBB6-748F-7215-923A-BDDC19AC5390}"/>
              </a:ext>
            </a:extLst>
          </p:cNvPr>
          <p:cNvPicPr>
            <a:picLocks noGrp="1" noChangeAspect="1"/>
          </p:cNvPicPr>
          <p:nvPr>
            <p:ph idx="1"/>
          </p:nvPr>
        </p:nvPicPr>
        <p:blipFill>
          <a:blip r:embed="rId2"/>
          <a:stretch>
            <a:fillRect/>
          </a:stretch>
        </p:blipFill>
        <p:spPr bwMode="auto">
          <a:xfrm>
            <a:off x="3887788" y="1393828"/>
            <a:ext cx="4629150" cy="406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a:extLst>
              <a:ext uri="{FF2B5EF4-FFF2-40B4-BE49-F238E27FC236}">
                <a16:creationId xmlns:a16="http://schemas.microsoft.com/office/drawing/2014/main" id="{C4476719-D434-4C8C-BB4C-BFDBCA4C4C4A}"/>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A</a:t>
            </a:r>
            <a:r>
              <a:rPr lang="tr-TR" dirty="0" err="1"/>
              <a:t>sla</a:t>
            </a:r>
            <a:r>
              <a:rPr lang="tr-TR" dirty="0"/>
              <a:t> değişmez</a:t>
            </a:r>
            <a:endParaRPr lang="en-US" dirty="0"/>
          </a:p>
          <a:p>
            <a:pPr marL="285750" indent="-285750">
              <a:buFont typeface="Arial" panose="020B0604020202020204" pitchFamily="34" charset="0"/>
              <a:buChar char="•"/>
            </a:pPr>
            <a:r>
              <a:rPr lang="tr-TR" dirty="0"/>
              <a:t>İngilizce "</a:t>
            </a:r>
            <a:r>
              <a:rPr lang="tr-TR" dirty="0" err="1"/>
              <a:t>Constant</a:t>
            </a:r>
            <a:r>
              <a:rPr lang="tr-TR" dirty="0"/>
              <a:t>" (Sabit) kelimesinden gelir.</a:t>
            </a:r>
            <a:endParaRPr lang="en-US" dirty="0"/>
          </a:p>
          <a:p>
            <a:pPr marL="285750" indent="-285750">
              <a:buFont typeface="Arial" panose="020B0604020202020204" pitchFamily="34" charset="0"/>
              <a:buChar char="•"/>
            </a:pPr>
            <a:r>
              <a:rPr lang="tr-TR" b="1" dirty="0"/>
              <a:t>Özelliği:</a:t>
            </a:r>
            <a:r>
              <a:rPr lang="tr-TR" dirty="0"/>
              <a:t> Bir kez değer atadınız mı, bir daha asla değiştiremezsiniz.</a:t>
            </a:r>
            <a:endParaRPr lang="en-US" dirty="0"/>
          </a:p>
          <a:p>
            <a:pPr marL="285750" indent="-285750">
              <a:buFont typeface="Arial" panose="020B0604020202020204" pitchFamily="34" charset="0"/>
              <a:buChar char="•"/>
            </a:pPr>
            <a:r>
              <a:rPr lang="tr-TR" b="1" dirty="0"/>
              <a:t>Kullanım Yeri:</a:t>
            </a:r>
            <a:r>
              <a:rPr lang="tr-TR" dirty="0"/>
              <a:t> Pi sayısı gibi sabitler, </a:t>
            </a:r>
            <a:r>
              <a:rPr lang="tr-TR" dirty="0" err="1"/>
              <a:t>veritabanı</a:t>
            </a:r>
            <a:r>
              <a:rPr lang="tr-TR" dirty="0"/>
              <a:t> bağlantı bilgileri gibi değişmesini istemediğimiz her yer.</a:t>
            </a:r>
          </a:p>
        </p:txBody>
      </p:sp>
      <p:sp>
        <p:nvSpPr>
          <p:cNvPr id="5" name="Slide Number Placeholder 4">
            <a:extLst>
              <a:ext uri="{FF2B5EF4-FFF2-40B4-BE49-F238E27FC236}">
                <a16:creationId xmlns:a16="http://schemas.microsoft.com/office/drawing/2014/main" id="{2D56D6C0-1DAE-01A7-8147-B2DDF46BF9C8}"/>
              </a:ext>
            </a:extLst>
          </p:cNvPr>
          <p:cNvSpPr>
            <a:spLocks noGrp="1"/>
          </p:cNvSpPr>
          <p:nvPr>
            <p:ph type="sldNum" sz="quarter" idx="12"/>
          </p:nvPr>
        </p:nvSpPr>
        <p:spPr/>
        <p:txBody>
          <a:bodyPr/>
          <a:lstStyle/>
          <a:p>
            <a:pPr>
              <a:defRPr/>
            </a:pPr>
            <a:fld id="{91F9D9B3-D101-425F-8527-D210206DC283}" type="slidenum">
              <a:rPr lang="tr-TR" altLang="en-US" smtClean="0"/>
              <a:pPr>
                <a:defRPr/>
              </a:pPr>
              <a:t>20</a:t>
            </a:fld>
            <a:endParaRPr lang="tr-TR" altLang="en-US"/>
          </a:p>
        </p:txBody>
      </p:sp>
      <p:sp>
        <p:nvSpPr>
          <p:cNvPr id="8" name="TextBox 7">
            <a:extLst>
              <a:ext uri="{FF2B5EF4-FFF2-40B4-BE49-F238E27FC236}">
                <a16:creationId xmlns:a16="http://schemas.microsoft.com/office/drawing/2014/main" id="{CB74EB23-952D-7E5D-AD89-3D1979CD9A55}"/>
              </a:ext>
            </a:extLst>
          </p:cNvPr>
          <p:cNvSpPr txBox="1"/>
          <p:nvPr/>
        </p:nvSpPr>
        <p:spPr>
          <a:xfrm>
            <a:off x="3779912" y="6320391"/>
            <a:ext cx="4451187" cy="307777"/>
          </a:xfrm>
          <a:prstGeom prst="rect">
            <a:avLst/>
          </a:prstGeom>
          <a:noFill/>
        </p:spPr>
        <p:txBody>
          <a:bodyPr wrap="square">
            <a:spAutoFit/>
          </a:bodyPr>
          <a:lstStyle/>
          <a:p>
            <a:r>
              <a:rPr lang="en-US" sz="1400" b="1" dirty="0"/>
              <a:t>KOD</a:t>
            </a:r>
            <a:r>
              <a:rPr lang="en-US" sz="1400" dirty="0"/>
              <a:t>: h2_sunum_kodlar &gt;&gt; 3-degiskenler.html</a:t>
            </a:r>
            <a:endParaRPr lang="tr-TR" sz="1400" dirty="0"/>
          </a:p>
        </p:txBody>
      </p:sp>
    </p:spTree>
    <p:extLst>
      <p:ext uri="{BB962C8B-B14F-4D97-AF65-F5344CB8AC3E}">
        <p14:creationId xmlns:p14="http://schemas.microsoft.com/office/powerpoint/2010/main" val="3332578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5">
            <a:extLst>
              <a:ext uri="{FF2B5EF4-FFF2-40B4-BE49-F238E27FC236}">
                <a16:creationId xmlns:a16="http://schemas.microsoft.com/office/drawing/2014/main" id="{955DD799-63D5-264B-A2AD-0F7B7E83711D}"/>
              </a:ext>
            </a:extLst>
          </p:cNvPr>
          <p:cNvPicPr>
            <a:picLocks noChangeAspect="1"/>
          </p:cNvPicPr>
          <p:nvPr/>
        </p:nvPicPr>
        <p:blipFill>
          <a:blip r:embed="rId2"/>
          <a:stretch>
            <a:fillRect/>
          </a:stretch>
        </p:blipFill>
        <p:spPr bwMode="auto">
          <a:xfrm>
            <a:off x="539552" y="3961827"/>
            <a:ext cx="7905721" cy="246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5">
            <a:extLst>
              <a:ext uri="{FF2B5EF4-FFF2-40B4-BE49-F238E27FC236}">
                <a16:creationId xmlns:a16="http://schemas.microsoft.com/office/drawing/2014/main" id="{856E6081-3C10-CF7C-3CD1-88CDC20C726C}"/>
              </a:ext>
            </a:extLst>
          </p:cNvPr>
          <p:cNvSpPr>
            <a:spLocks noGrp="1"/>
          </p:cNvSpPr>
          <p:nvPr>
            <p:ph type="title"/>
          </p:nvPr>
        </p:nvSpPr>
        <p:spPr/>
        <p:txBody>
          <a:bodyPr/>
          <a:lstStyle/>
          <a:p>
            <a:r>
              <a:rPr lang="en-US" dirty="0"/>
              <a:t>var – let – const </a:t>
            </a:r>
            <a:r>
              <a:rPr lang="en-US" dirty="0" err="1"/>
              <a:t>karşılaştırma</a:t>
            </a:r>
            <a:endParaRPr lang="tr-TR" dirty="0"/>
          </a:p>
        </p:txBody>
      </p:sp>
      <p:sp>
        <p:nvSpPr>
          <p:cNvPr id="7" name="Content Placeholder 6">
            <a:extLst>
              <a:ext uri="{FF2B5EF4-FFF2-40B4-BE49-F238E27FC236}">
                <a16:creationId xmlns:a16="http://schemas.microsoft.com/office/drawing/2014/main" id="{F838BF36-733B-7DE1-AB42-D0ADFF138137}"/>
              </a:ext>
            </a:extLst>
          </p:cNvPr>
          <p:cNvSpPr>
            <a:spLocks noGrp="1"/>
          </p:cNvSpPr>
          <p:nvPr>
            <p:ph idx="1"/>
          </p:nvPr>
        </p:nvSpPr>
        <p:spPr>
          <a:xfrm>
            <a:off x="457200" y="1719263"/>
            <a:ext cx="8229600" cy="2213793"/>
          </a:xfrm>
        </p:spPr>
        <p:txBody>
          <a:bodyPr>
            <a:normAutofit fontScale="85000" lnSpcReduction="20000"/>
          </a:bodyPr>
          <a:lstStyle/>
          <a:p>
            <a:r>
              <a:rPr lang="tr-TR" b="1" dirty="0"/>
              <a:t>var</a:t>
            </a:r>
            <a:r>
              <a:rPr lang="tr-TR" dirty="0"/>
              <a:t>, değişken tanımlamak için kullanılan </a:t>
            </a:r>
            <a:r>
              <a:rPr lang="tr-TR" b="1" dirty="0"/>
              <a:t>eski</a:t>
            </a:r>
            <a:r>
              <a:rPr lang="tr-TR" dirty="0"/>
              <a:t> bir yöntemdir.</a:t>
            </a:r>
          </a:p>
          <a:p>
            <a:r>
              <a:rPr lang="tr-TR" b="1" dirty="0" err="1"/>
              <a:t>let</a:t>
            </a:r>
            <a:r>
              <a:rPr lang="tr-TR" dirty="0"/>
              <a:t>, değişken tanımlamak için kullanılan </a:t>
            </a:r>
            <a:r>
              <a:rPr lang="tr-TR" b="1" dirty="0"/>
              <a:t>yeni</a:t>
            </a:r>
            <a:r>
              <a:rPr lang="tr-TR" dirty="0"/>
              <a:t> bir yöntemdir.</a:t>
            </a:r>
          </a:p>
          <a:p>
            <a:r>
              <a:rPr lang="tr-TR" b="1" dirty="0" err="1"/>
              <a:t>const</a:t>
            </a:r>
            <a:r>
              <a:rPr lang="tr-TR" dirty="0"/>
              <a:t>, değişken değerinin sabit olduğunu belirtir ve herhangi bir </a:t>
            </a:r>
            <a:r>
              <a:rPr lang="tr-TR" b="1" dirty="0"/>
              <a:t>değişikliğe izin vermez</a:t>
            </a:r>
            <a:r>
              <a:rPr lang="tr-TR" dirty="0"/>
              <a:t>.</a:t>
            </a:r>
          </a:p>
          <a:p>
            <a:endParaRPr lang="tr-TR" dirty="0"/>
          </a:p>
        </p:txBody>
      </p:sp>
      <p:sp>
        <p:nvSpPr>
          <p:cNvPr id="5" name="Slide Number Placeholder 4">
            <a:extLst>
              <a:ext uri="{FF2B5EF4-FFF2-40B4-BE49-F238E27FC236}">
                <a16:creationId xmlns:a16="http://schemas.microsoft.com/office/drawing/2014/main" id="{A36D5ADB-3CAC-B4B8-B203-DACD92839E7B}"/>
              </a:ext>
            </a:extLst>
          </p:cNvPr>
          <p:cNvSpPr>
            <a:spLocks noGrp="1"/>
          </p:cNvSpPr>
          <p:nvPr>
            <p:ph type="sldNum" sz="quarter" idx="12"/>
          </p:nvPr>
        </p:nvSpPr>
        <p:spPr/>
        <p:txBody>
          <a:bodyPr/>
          <a:lstStyle/>
          <a:p>
            <a:pPr>
              <a:defRPr/>
            </a:pPr>
            <a:fld id="{91F9D9B3-D101-425F-8527-D210206DC283}" type="slidenum">
              <a:rPr lang="tr-TR" altLang="en-US" smtClean="0"/>
              <a:pPr>
                <a:defRPr/>
              </a:pPr>
              <a:t>21</a:t>
            </a:fld>
            <a:endParaRPr lang="tr-TR" altLang="en-US"/>
          </a:p>
        </p:txBody>
      </p:sp>
    </p:spTree>
    <p:extLst>
      <p:ext uri="{BB962C8B-B14F-4D97-AF65-F5344CB8AC3E}">
        <p14:creationId xmlns:p14="http://schemas.microsoft.com/office/powerpoint/2010/main" val="4016115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D65F1-DFFE-1435-D6BB-9DC2B5ACCE1A}"/>
              </a:ext>
            </a:extLst>
          </p:cNvPr>
          <p:cNvSpPr>
            <a:spLocks noGrp="1"/>
          </p:cNvSpPr>
          <p:nvPr>
            <p:ph type="title"/>
          </p:nvPr>
        </p:nvSpPr>
        <p:spPr/>
        <p:txBody>
          <a:bodyPr/>
          <a:lstStyle/>
          <a:p>
            <a:r>
              <a:rPr lang="en-US" dirty="0" err="1"/>
              <a:t>Dikkat</a:t>
            </a:r>
            <a:r>
              <a:rPr lang="en-US" dirty="0"/>
              <a:t>!!! - </a:t>
            </a:r>
            <a:r>
              <a:rPr lang="tr-TR" sz="2800" dirty="0"/>
              <a:t>"Hata Yaparsan Yanarsın" Köşesi: </a:t>
            </a:r>
            <a:r>
              <a:rPr lang="tr-TR" sz="2800" dirty="0" err="1"/>
              <a:t>Hoisting</a:t>
            </a:r>
            <a:r>
              <a:rPr lang="tr-TR" sz="2800" dirty="0"/>
              <a:t> (Yukarı Çekme)</a:t>
            </a:r>
            <a:endParaRPr lang="tr-TR" dirty="0"/>
          </a:p>
        </p:txBody>
      </p:sp>
      <p:sp>
        <p:nvSpPr>
          <p:cNvPr id="3" name="Content Placeholder 2">
            <a:extLst>
              <a:ext uri="{FF2B5EF4-FFF2-40B4-BE49-F238E27FC236}">
                <a16:creationId xmlns:a16="http://schemas.microsoft.com/office/drawing/2014/main" id="{13C52CDC-1F7C-6A1E-6E0B-76D81352E99A}"/>
              </a:ext>
            </a:extLst>
          </p:cNvPr>
          <p:cNvSpPr>
            <a:spLocks noGrp="1"/>
          </p:cNvSpPr>
          <p:nvPr>
            <p:ph idx="1"/>
          </p:nvPr>
        </p:nvSpPr>
        <p:spPr/>
        <p:txBody>
          <a:bodyPr/>
          <a:lstStyle/>
          <a:p>
            <a:r>
              <a:rPr lang="tr-TR" b="1" dirty="0"/>
              <a:t>var</a:t>
            </a:r>
            <a:r>
              <a:rPr lang="tr-TR" dirty="0"/>
              <a:t> ile tanımlanan bir değişken, siz onu daha yazmadan kodun en başında varmış gibi davranabilir (</a:t>
            </a:r>
            <a:r>
              <a:rPr lang="tr-TR" dirty="0" err="1"/>
              <a:t>Hoisting</a:t>
            </a:r>
            <a:r>
              <a:rPr lang="tr-TR" dirty="0"/>
              <a:t>). </a:t>
            </a:r>
            <a:endParaRPr lang="en-US" dirty="0"/>
          </a:p>
          <a:p>
            <a:pPr lvl="1"/>
            <a:r>
              <a:rPr lang="tr-TR" dirty="0"/>
              <a:t>Ama </a:t>
            </a:r>
            <a:r>
              <a:rPr lang="tr-TR" b="1" dirty="0" err="1"/>
              <a:t>let</a:t>
            </a:r>
            <a:r>
              <a:rPr lang="tr-TR" dirty="0"/>
              <a:t> ve </a:t>
            </a:r>
            <a:r>
              <a:rPr lang="tr-TR" b="1" dirty="0" err="1"/>
              <a:t>const</a:t>
            </a:r>
            <a:r>
              <a:rPr lang="tr-TR" dirty="0"/>
              <a:t> </a:t>
            </a:r>
            <a:r>
              <a:rPr lang="en-US" dirty="0" err="1"/>
              <a:t>duyarlı</a:t>
            </a:r>
            <a:r>
              <a:rPr lang="en-US" dirty="0"/>
              <a:t> </a:t>
            </a:r>
            <a:r>
              <a:rPr lang="en-US" dirty="0" err="1"/>
              <a:t>ve</a:t>
            </a:r>
            <a:r>
              <a:rPr lang="en-US" dirty="0"/>
              <a:t> </a:t>
            </a:r>
            <a:r>
              <a:rPr lang="en-US" dirty="0" err="1"/>
              <a:t>anlayışlıdır</a:t>
            </a:r>
            <a:r>
              <a:rPr lang="tr-TR" dirty="0"/>
              <a:t>; onları yazmadan onlara seslenirseniz size "Tanımıyorum ki!" derler.</a:t>
            </a:r>
            <a:endParaRPr lang="en-US" dirty="0"/>
          </a:p>
          <a:p>
            <a:r>
              <a:rPr lang="tr-TR" b="1" dirty="0" err="1"/>
              <a:t>let</a:t>
            </a:r>
            <a:r>
              <a:rPr lang="tr-TR" dirty="0"/>
              <a:t> ve </a:t>
            </a:r>
            <a:r>
              <a:rPr lang="tr-TR" b="1" dirty="0" err="1"/>
              <a:t>const</a:t>
            </a:r>
            <a:r>
              <a:rPr lang="tr-TR" dirty="0"/>
              <a:t> kullanın!</a:t>
            </a:r>
            <a:endParaRPr lang="en-US" dirty="0"/>
          </a:p>
          <a:p>
            <a:pPr lvl="1"/>
            <a:r>
              <a:rPr lang="en-US" sz="1600" dirty="0"/>
              <a:t>var </a:t>
            </a:r>
            <a:r>
              <a:rPr lang="en-US" sz="1600" dirty="0" err="1"/>
              <a:t>kapsamı</a:t>
            </a:r>
            <a:r>
              <a:rPr lang="en-US" sz="1600" dirty="0"/>
              <a:t> </a:t>
            </a:r>
            <a:r>
              <a:rPr lang="en-US" sz="1600" dirty="0" err="1"/>
              <a:t>çok</a:t>
            </a:r>
            <a:r>
              <a:rPr lang="en-US" sz="1600" dirty="0"/>
              <a:t> </a:t>
            </a:r>
            <a:r>
              <a:rPr lang="en-US" sz="1600" dirty="0" err="1"/>
              <a:t>geniş</a:t>
            </a:r>
            <a:endParaRPr lang="en-US" sz="1600" dirty="0"/>
          </a:p>
          <a:p>
            <a:pPr lvl="1"/>
            <a:r>
              <a:rPr lang="en-US" sz="1600" dirty="0"/>
              <a:t>var </a:t>
            </a:r>
            <a:r>
              <a:rPr lang="en-US" sz="1600" dirty="0" err="1"/>
              <a:t>Yeniden</a:t>
            </a:r>
            <a:r>
              <a:rPr lang="en-US" sz="1600" dirty="0"/>
              <a:t> </a:t>
            </a:r>
            <a:r>
              <a:rPr lang="en-US" sz="1600" dirty="0" err="1"/>
              <a:t>değer</a:t>
            </a:r>
            <a:r>
              <a:rPr lang="en-US" sz="1600" dirty="0"/>
              <a:t> </a:t>
            </a:r>
            <a:r>
              <a:rPr lang="en-US" sz="1600" dirty="0" err="1"/>
              <a:t>verilmesi</a:t>
            </a:r>
            <a:r>
              <a:rPr lang="en-US" sz="1600" dirty="0"/>
              <a:t> </a:t>
            </a:r>
            <a:r>
              <a:rPr lang="en-US" sz="1600" dirty="0" err="1"/>
              <a:t>kontrolü</a:t>
            </a:r>
            <a:r>
              <a:rPr lang="en-US" sz="1600" dirty="0"/>
              <a:t> </a:t>
            </a:r>
            <a:r>
              <a:rPr lang="en-US" sz="1600" dirty="0" err="1"/>
              <a:t>zorlu</a:t>
            </a:r>
            <a:endParaRPr lang="en-US" sz="1600" dirty="0"/>
          </a:p>
          <a:p>
            <a:pPr lvl="1"/>
            <a:r>
              <a:rPr lang="en-US" sz="1600" dirty="0"/>
              <a:t>var </a:t>
            </a:r>
            <a:r>
              <a:rPr lang="tr-TR" sz="1600" dirty="0" err="1"/>
              <a:t>Hoisting</a:t>
            </a:r>
            <a:endParaRPr lang="tr-TR" sz="1600" dirty="0"/>
          </a:p>
          <a:p>
            <a:pPr lvl="1"/>
            <a:endParaRPr lang="en-US" dirty="0"/>
          </a:p>
          <a:p>
            <a:pPr lvl="1"/>
            <a:endParaRPr lang="tr-TR" dirty="0"/>
          </a:p>
        </p:txBody>
      </p:sp>
      <p:sp>
        <p:nvSpPr>
          <p:cNvPr id="4" name="Slide Number Placeholder 3">
            <a:extLst>
              <a:ext uri="{FF2B5EF4-FFF2-40B4-BE49-F238E27FC236}">
                <a16:creationId xmlns:a16="http://schemas.microsoft.com/office/drawing/2014/main" id="{3F944C0B-1E89-3790-5C2B-3BE1610AD036}"/>
              </a:ext>
            </a:extLst>
          </p:cNvPr>
          <p:cNvSpPr>
            <a:spLocks noGrp="1"/>
          </p:cNvSpPr>
          <p:nvPr>
            <p:ph type="sldNum" sz="quarter" idx="12"/>
          </p:nvPr>
        </p:nvSpPr>
        <p:spPr/>
        <p:txBody>
          <a:bodyPr/>
          <a:lstStyle/>
          <a:p>
            <a:pPr>
              <a:defRPr/>
            </a:pPr>
            <a:fld id="{C2E76B57-1749-484A-BC30-43D176F9D50D}" type="slidenum">
              <a:rPr lang="tr-TR" altLang="en-US" smtClean="0"/>
              <a:pPr>
                <a:defRPr/>
              </a:pPr>
              <a:t>22</a:t>
            </a:fld>
            <a:endParaRPr lang="tr-TR" altLang="en-US"/>
          </a:p>
        </p:txBody>
      </p:sp>
      <p:pic>
        <p:nvPicPr>
          <p:cNvPr id="6" name="Picture 5">
            <a:extLst>
              <a:ext uri="{FF2B5EF4-FFF2-40B4-BE49-F238E27FC236}">
                <a16:creationId xmlns:a16="http://schemas.microsoft.com/office/drawing/2014/main" id="{77BBCAE9-8FB3-D4AE-69BA-F89535F2E440}"/>
              </a:ext>
            </a:extLst>
          </p:cNvPr>
          <p:cNvPicPr>
            <a:picLocks noChangeAspect="1"/>
          </p:cNvPicPr>
          <p:nvPr/>
        </p:nvPicPr>
        <p:blipFill>
          <a:blip r:embed="rId2"/>
          <a:stretch>
            <a:fillRect/>
          </a:stretch>
        </p:blipFill>
        <p:spPr>
          <a:xfrm>
            <a:off x="5220072" y="4077072"/>
            <a:ext cx="2996952" cy="2491549"/>
          </a:xfrm>
          <a:prstGeom prst="rect">
            <a:avLst/>
          </a:prstGeom>
        </p:spPr>
      </p:pic>
      <p:sp>
        <p:nvSpPr>
          <p:cNvPr id="7" name="TextBox 6">
            <a:extLst>
              <a:ext uri="{FF2B5EF4-FFF2-40B4-BE49-F238E27FC236}">
                <a16:creationId xmlns:a16="http://schemas.microsoft.com/office/drawing/2014/main" id="{E08EED64-DAC8-55A7-99EC-78351C157675}"/>
              </a:ext>
            </a:extLst>
          </p:cNvPr>
          <p:cNvSpPr txBox="1"/>
          <p:nvPr/>
        </p:nvSpPr>
        <p:spPr>
          <a:xfrm>
            <a:off x="365207" y="6323111"/>
            <a:ext cx="4451187" cy="307777"/>
          </a:xfrm>
          <a:prstGeom prst="rect">
            <a:avLst/>
          </a:prstGeom>
          <a:noFill/>
        </p:spPr>
        <p:txBody>
          <a:bodyPr wrap="square">
            <a:spAutoFit/>
          </a:bodyPr>
          <a:lstStyle/>
          <a:p>
            <a:r>
              <a:rPr lang="en-US" sz="1400" b="1" dirty="0"/>
              <a:t>KOD</a:t>
            </a:r>
            <a:r>
              <a:rPr lang="en-US" sz="1400" dirty="0"/>
              <a:t>: h2_sunum_kodlar &gt;&gt; 3-degiskenler.html</a:t>
            </a:r>
            <a:endParaRPr lang="tr-TR" sz="1400" dirty="0"/>
          </a:p>
        </p:txBody>
      </p:sp>
    </p:spTree>
    <p:extLst>
      <p:ext uri="{BB962C8B-B14F-4D97-AF65-F5344CB8AC3E}">
        <p14:creationId xmlns:p14="http://schemas.microsoft.com/office/powerpoint/2010/main" val="3990490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61E9-47EF-3EED-1D94-7508D9BE9737}"/>
              </a:ext>
            </a:extLst>
          </p:cNvPr>
          <p:cNvSpPr>
            <a:spLocks noGrp="1"/>
          </p:cNvSpPr>
          <p:nvPr>
            <p:ph type="title"/>
          </p:nvPr>
        </p:nvSpPr>
        <p:spPr/>
        <p:txBody>
          <a:bodyPr/>
          <a:lstStyle/>
          <a:p>
            <a:r>
              <a:rPr lang="en-US" dirty="0"/>
              <a:t>VAR / LET </a:t>
            </a:r>
            <a:r>
              <a:rPr lang="en-US" dirty="0" err="1"/>
              <a:t>Kıyaslaması</a:t>
            </a:r>
            <a:endParaRPr lang="tr-TR" dirty="0"/>
          </a:p>
        </p:txBody>
      </p:sp>
      <p:pic>
        <p:nvPicPr>
          <p:cNvPr id="6" name="Content Placeholder 5">
            <a:extLst>
              <a:ext uri="{FF2B5EF4-FFF2-40B4-BE49-F238E27FC236}">
                <a16:creationId xmlns:a16="http://schemas.microsoft.com/office/drawing/2014/main" id="{B5F3770D-468A-3975-7580-DE0A1FB193B5}"/>
              </a:ext>
            </a:extLst>
          </p:cNvPr>
          <p:cNvPicPr>
            <a:picLocks noGrp="1" noChangeAspect="1"/>
          </p:cNvPicPr>
          <p:nvPr>
            <p:ph idx="1"/>
          </p:nvPr>
        </p:nvPicPr>
        <p:blipFill>
          <a:blip r:embed="rId2"/>
          <a:stretch>
            <a:fillRect/>
          </a:stretch>
        </p:blipFill>
        <p:spPr bwMode="auto">
          <a:xfrm>
            <a:off x="1373988" y="1719263"/>
            <a:ext cx="6396024"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A2629C1C-1D14-D1D5-5336-CCDCC2E2CBBD}"/>
              </a:ext>
            </a:extLst>
          </p:cNvPr>
          <p:cNvSpPr>
            <a:spLocks noGrp="1"/>
          </p:cNvSpPr>
          <p:nvPr>
            <p:ph type="sldNum" sz="quarter" idx="12"/>
          </p:nvPr>
        </p:nvSpPr>
        <p:spPr/>
        <p:txBody>
          <a:bodyPr/>
          <a:lstStyle/>
          <a:p>
            <a:pPr>
              <a:defRPr/>
            </a:pPr>
            <a:fld id="{C2E76B57-1749-484A-BC30-43D176F9D50D}" type="slidenum">
              <a:rPr lang="tr-TR" altLang="en-US" smtClean="0"/>
              <a:pPr>
                <a:defRPr/>
              </a:pPr>
              <a:t>23</a:t>
            </a:fld>
            <a:endParaRPr lang="tr-TR" altLang="en-US"/>
          </a:p>
        </p:txBody>
      </p:sp>
    </p:spTree>
    <p:extLst>
      <p:ext uri="{BB962C8B-B14F-4D97-AF65-F5344CB8AC3E}">
        <p14:creationId xmlns:p14="http://schemas.microsoft.com/office/powerpoint/2010/main" val="3160493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F04B-1AB9-0BD1-DA30-171BA18C74EE}"/>
              </a:ext>
            </a:extLst>
          </p:cNvPr>
          <p:cNvSpPr>
            <a:spLocks noGrp="1"/>
          </p:cNvSpPr>
          <p:nvPr>
            <p:ph type="title"/>
          </p:nvPr>
        </p:nvSpPr>
        <p:spPr/>
        <p:txBody>
          <a:bodyPr/>
          <a:lstStyle/>
          <a:p>
            <a:r>
              <a:rPr lang="en-US" dirty="0" err="1"/>
              <a:t>Koddaki</a:t>
            </a:r>
            <a:r>
              <a:rPr lang="en-US" dirty="0"/>
              <a:t> Hata </a:t>
            </a:r>
            <a:r>
              <a:rPr lang="en-US" dirty="0" err="1"/>
              <a:t>nedir</a:t>
            </a:r>
            <a:r>
              <a:rPr lang="en-US" dirty="0"/>
              <a:t>?</a:t>
            </a:r>
            <a:endParaRPr lang="tr-TR" dirty="0"/>
          </a:p>
        </p:txBody>
      </p:sp>
      <p:sp>
        <p:nvSpPr>
          <p:cNvPr id="3" name="Content Placeholder 2">
            <a:extLst>
              <a:ext uri="{FF2B5EF4-FFF2-40B4-BE49-F238E27FC236}">
                <a16:creationId xmlns:a16="http://schemas.microsoft.com/office/drawing/2014/main" id="{33E1D4D0-7406-9642-9329-18CE1902ECBE}"/>
              </a:ext>
            </a:extLst>
          </p:cNvPr>
          <p:cNvSpPr>
            <a:spLocks noGrp="1"/>
          </p:cNvSpPr>
          <p:nvPr>
            <p:ph idx="1"/>
          </p:nvPr>
        </p:nvSpPr>
        <p:spPr/>
        <p:txBody>
          <a:bodyPr/>
          <a:lstStyle/>
          <a:p>
            <a:r>
              <a:rPr lang="tr-TR" sz="500" dirty="0" err="1"/>
              <a:t>const</a:t>
            </a:r>
            <a:r>
              <a:rPr lang="tr-TR" sz="500" dirty="0"/>
              <a:t> ile tanımlanan değer değiştirilemez.</a:t>
            </a:r>
            <a:endParaRPr lang="en-US" sz="500" dirty="0"/>
          </a:p>
          <a:p>
            <a:r>
              <a:rPr lang="tr-TR" sz="500" dirty="0"/>
              <a:t>Değişken isimleri rakamla başlayamaz.</a:t>
            </a:r>
            <a:endParaRPr lang="en-US" sz="500" dirty="0"/>
          </a:p>
          <a:p>
            <a:r>
              <a:rPr lang="tr-TR" sz="500" dirty="0" err="1"/>
              <a:t>String</a:t>
            </a:r>
            <a:r>
              <a:rPr lang="tr-TR" sz="500" dirty="0"/>
              <a:t> (metin) ifadeler tırnak içine alınmalıdır ("Merhaba...").</a:t>
            </a:r>
          </a:p>
        </p:txBody>
      </p:sp>
      <p:sp>
        <p:nvSpPr>
          <p:cNvPr id="4" name="Slide Number Placeholder 3">
            <a:extLst>
              <a:ext uri="{FF2B5EF4-FFF2-40B4-BE49-F238E27FC236}">
                <a16:creationId xmlns:a16="http://schemas.microsoft.com/office/drawing/2014/main" id="{2A457C03-BBBF-5571-6DE7-B3AE8DBD2200}"/>
              </a:ext>
            </a:extLst>
          </p:cNvPr>
          <p:cNvSpPr>
            <a:spLocks noGrp="1"/>
          </p:cNvSpPr>
          <p:nvPr>
            <p:ph type="sldNum" sz="quarter" idx="12"/>
          </p:nvPr>
        </p:nvSpPr>
        <p:spPr/>
        <p:txBody>
          <a:bodyPr/>
          <a:lstStyle/>
          <a:p>
            <a:pPr>
              <a:defRPr/>
            </a:pPr>
            <a:fld id="{C2E76B57-1749-484A-BC30-43D176F9D50D}" type="slidenum">
              <a:rPr lang="tr-TR" altLang="en-US" smtClean="0"/>
              <a:pPr>
                <a:defRPr/>
              </a:pPr>
              <a:t>24</a:t>
            </a:fld>
            <a:endParaRPr lang="tr-TR" altLang="en-US"/>
          </a:p>
        </p:txBody>
      </p:sp>
      <p:pic>
        <p:nvPicPr>
          <p:cNvPr id="9" name="Picture 8">
            <a:extLst>
              <a:ext uri="{FF2B5EF4-FFF2-40B4-BE49-F238E27FC236}">
                <a16:creationId xmlns:a16="http://schemas.microsoft.com/office/drawing/2014/main" id="{1F6EEDCF-9312-47E3-C893-82126D86F9E1}"/>
              </a:ext>
            </a:extLst>
          </p:cNvPr>
          <p:cNvPicPr>
            <a:picLocks noChangeAspect="1"/>
          </p:cNvPicPr>
          <p:nvPr/>
        </p:nvPicPr>
        <p:blipFill>
          <a:blip r:embed="rId2"/>
          <a:stretch>
            <a:fillRect/>
          </a:stretch>
        </p:blipFill>
        <p:spPr>
          <a:xfrm>
            <a:off x="457200" y="2564676"/>
            <a:ext cx="8229600" cy="3683724"/>
          </a:xfrm>
          <a:prstGeom prst="rect">
            <a:avLst/>
          </a:prstGeom>
        </p:spPr>
      </p:pic>
    </p:spTree>
    <p:extLst>
      <p:ext uri="{BB962C8B-B14F-4D97-AF65-F5344CB8AC3E}">
        <p14:creationId xmlns:p14="http://schemas.microsoft.com/office/powerpoint/2010/main" val="850197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E12BD-8BD1-E4E9-A57F-335551AD111B}"/>
              </a:ext>
            </a:extLst>
          </p:cNvPr>
          <p:cNvSpPr>
            <a:spLocks noGrp="1"/>
          </p:cNvSpPr>
          <p:nvPr>
            <p:ph type="title"/>
          </p:nvPr>
        </p:nvSpPr>
        <p:spPr/>
        <p:txBody>
          <a:bodyPr/>
          <a:lstStyle/>
          <a:p>
            <a:r>
              <a:rPr lang="fi-FI" dirty="0"/>
              <a:t>Veri Tipleri: "Kutunun İçinde Ne Var?"</a:t>
            </a:r>
            <a:endParaRPr lang="tr-TR" dirty="0"/>
          </a:p>
        </p:txBody>
      </p:sp>
      <p:sp>
        <p:nvSpPr>
          <p:cNvPr id="5" name="Content Placeholder 4">
            <a:extLst>
              <a:ext uri="{FF2B5EF4-FFF2-40B4-BE49-F238E27FC236}">
                <a16:creationId xmlns:a16="http://schemas.microsoft.com/office/drawing/2014/main" id="{7A7A2A44-BB4B-739F-473B-A62573FC780A}"/>
              </a:ext>
            </a:extLst>
          </p:cNvPr>
          <p:cNvSpPr>
            <a:spLocks noGrp="1"/>
          </p:cNvSpPr>
          <p:nvPr>
            <p:ph sz="half" idx="1"/>
          </p:nvPr>
        </p:nvSpPr>
        <p:spPr/>
        <p:txBody>
          <a:bodyPr>
            <a:normAutofit fontScale="92500" lnSpcReduction="20000"/>
          </a:bodyPr>
          <a:lstStyle/>
          <a:p>
            <a:r>
              <a:rPr lang="tr-TR" dirty="0"/>
              <a:t>JavaScript'te veri tipleri, kolinin içine koyduğumuz eşyanın </a:t>
            </a:r>
            <a:r>
              <a:rPr lang="tr-TR" b="1" dirty="0"/>
              <a:t>cinsi</a:t>
            </a:r>
            <a:r>
              <a:rPr lang="tr-TR" dirty="0"/>
              <a:t> gibidir.</a:t>
            </a:r>
            <a:endParaRPr lang="en-US" dirty="0"/>
          </a:p>
          <a:p>
            <a:r>
              <a:rPr lang="tr-TR" dirty="0"/>
              <a:t>JavaScript "dinamik" bir dildir.</a:t>
            </a:r>
            <a:endParaRPr lang="en-US" dirty="0"/>
          </a:p>
          <a:p>
            <a:r>
              <a:rPr lang="tr-TR" dirty="0"/>
              <a:t>Yani bir değişkenin içine önce bir sayı, sonra bir metin koymanıza pek kızmaz (ama biz yine de düzenli olalım!).</a:t>
            </a:r>
            <a:endParaRPr lang="en-US" dirty="0"/>
          </a:p>
          <a:p>
            <a:endParaRPr lang="tr-TR" dirty="0"/>
          </a:p>
        </p:txBody>
      </p:sp>
      <p:pic>
        <p:nvPicPr>
          <p:cNvPr id="8" name="Content Placeholder 7">
            <a:extLst>
              <a:ext uri="{FF2B5EF4-FFF2-40B4-BE49-F238E27FC236}">
                <a16:creationId xmlns:a16="http://schemas.microsoft.com/office/drawing/2014/main" id="{0365F0F8-B193-4495-42F8-25F952729C27}"/>
              </a:ext>
            </a:extLst>
          </p:cNvPr>
          <p:cNvPicPr>
            <a:picLocks noGrp="1" noChangeAspect="1"/>
          </p:cNvPicPr>
          <p:nvPr>
            <p:ph sz="half" idx="2"/>
          </p:nvPr>
        </p:nvPicPr>
        <p:blipFill>
          <a:blip r:embed="rId2"/>
          <a:stretch>
            <a:fillRect/>
          </a:stretch>
        </p:blipFill>
        <p:spPr bwMode="auto">
          <a:xfrm>
            <a:off x="4648200" y="2261136"/>
            <a:ext cx="4038600" cy="332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747B4F39-C0FB-25C4-BF8E-E1B319276195}"/>
              </a:ext>
            </a:extLst>
          </p:cNvPr>
          <p:cNvSpPr>
            <a:spLocks noGrp="1"/>
          </p:cNvSpPr>
          <p:nvPr>
            <p:ph type="sldNum" sz="quarter" idx="12"/>
          </p:nvPr>
        </p:nvSpPr>
        <p:spPr/>
        <p:txBody>
          <a:bodyPr/>
          <a:lstStyle/>
          <a:p>
            <a:pPr>
              <a:defRPr/>
            </a:pPr>
            <a:fld id="{C2E76B57-1749-484A-BC30-43D176F9D50D}" type="slidenum">
              <a:rPr lang="tr-TR" altLang="en-US" smtClean="0"/>
              <a:pPr>
                <a:defRPr/>
              </a:pPr>
              <a:t>25</a:t>
            </a:fld>
            <a:endParaRPr lang="tr-TR" altLang="en-US"/>
          </a:p>
        </p:txBody>
      </p:sp>
    </p:spTree>
    <p:extLst>
      <p:ext uri="{BB962C8B-B14F-4D97-AF65-F5344CB8AC3E}">
        <p14:creationId xmlns:p14="http://schemas.microsoft.com/office/powerpoint/2010/main" val="1087525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7A3AA0-20C4-4D3E-85A4-00E9A785E2B0}"/>
              </a:ext>
            </a:extLst>
          </p:cNvPr>
          <p:cNvSpPr>
            <a:spLocks noGrp="1"/>
          </p:cNvSpPr>
          <p:nvPr>
            <p:ph type="title"/>
          </p:nvPr>
        </p:nvSpPr>
        <p:spPr/>
        <p:txBody>
          <a:bodyPr/>
          <a:lstStyle/>
          <a:p>
            <a:r>
              <a:rPr lang="fi-FI" dirty="0"/>
              <a:t>Veri Tipleri</a:t>
            </a:r>
            <a:endParaRPr lang="tr-TR" dirty="0"/>
          </a:p>
        </p:txBody>
      </p:sp>
      <p:sp>
        <p:nvSpPr>
          <p:cNvPr id="7" name="Text Placeholder 6">
            <a:extLst>
              <a:ext uri="{FF2B5EF4-FFF2-40B4-BE49-F238E27FC236}">
                <a16:creationId xmlns:a16="http://schemas.microsoft.com/office/drawing/2014/main" id="{C7A40807-622D-0203-E8A9-BB923320515E}"/>
              </a:ext>
            </a:extLst>
          </p:cNvPr>
          <p:cNvSpPr>
            <a:spLocks noGrp="1"/>
          </p:cNvSpPr>
          <p:nvPr>
            <p:ph type="body" idx="1"/>
          </p:nvPr>
        </p:nvSpPr>
        <p:spPr/>
        <p:txBody>
          <a:bodyPr/>
          <a:lstStyle/>
          <a:p>
            <a:r>
              <a:rPr lang="it-IT" dirty="0"/>
              <a:t>İlkel Veri Tipleri (Primitive Data Types)</a:t>
            </a:r>
            <a:endParaRPr lang="tr-TR" dirty="0"/>
          </a:p>
        </p:txBody>
      </p:sp>
      <p:sp>
        <p:nvSpPr>
          <p:cNvPr id="8" name="Content Placeholder 7">
            <a:extLst>
              <a:ext uri="{FF2B5EF4-FFF2-40B4-BE49-F238E27FC236}">
                <a16:creationId xmlns:a16="http://schemas.microsoft.com/office/drawing/2014/main" id="{4FF142C8-38EC-C718-D0BA-F900A8818396}"/>
              </a:ext>
            </a:extLst>
          </p:cNvPr>
          <p:cNvSpPr>
            <a:spLocks noGrp="1"/>
          </p:cNvSpPr>
          <p:nvPr>
            <p:ph sz="half" idx="2"/>
          </p:nvPr>
        </p:nvSpPr>
        <p:spPr/>
        <p:txBody>
          <a:bodyPr>
            <a:noAutofit/>
          </a:bodyPr>
          <a:lstStyle/>
          <a:p>
            <a:r>
              <a:rPr lang="tr-TR" sz="1200" dirty="0"/>
              <a:t>Sayısal Tipler (</a:t>
            </a:r>
            <a:r>
              <a:rPr lang="tr-TR" sz="1200" dirty="0" err="1"/>
              <a:t>Numeric</a:t>
            </a:r>
            <a:r>
              <a:rPr lang="tr-TR" sz="1200" dirty="0"/>
              <a:t>)</a:t>
            </a:r>
            <a:endParaRPr lang="en-US" sz="1200" dirty="0"/>
          </a:p>
          <a:p>
            <a:pPr lvl="1"/>
            <a:r>
              <a:rPr lang="tr-TR" sz="1200" b="1" dirty="0" err="1"/>
              <a:t>Number</a:t>
            </a:r>
            <a:r>
              <a:rPr lang="tr-TR" sz="1200" b="1" dirty="0"/>
              <a:t>:</a:t>
            </a:r>
            <a:r>
              <a:rPr lang="tr-TR" sz="1200" dirty="0"/>
              <a:t> Her türlü sayı. 10, 3.14, -5. JavaScript'te tam sayı/ondalıklı sayı ayrımı yoktur, hepsi "</a:t>
            </a:r>
            <a:r>
              <a:rPr lang="tr-TR" sz="1200" dirty="0" err="1"/>
              <a:t>Number"dır</a:t>
            </a:r>
            <a:r>
              <a:rPr lang="tr-TR" sz="1200" dirty="0"/>
              <a:t>.</a:t>
            </a:r>
            <a:endParaRPr lang="en-US" sz="1200" dirty="0"/>
          </a:p>
          <a:p>
            <a:pPr lvl="1"/>
            <a:r>
              <a:rPr lang="tr-TR" sz="1200" b="1" dirty="0" err="1"/>
              <a:t>BigInt</a:t>
            </a:r>
            <a:r>
              <a:rPr lang="tr-TR" sz="1200" b="1" dirty="0"/>
              <a:t>:</a:t>
            </a:r>
            <a:r>
              <a:rPr lang="tr-TR" sz="1200" dirty="0"/>
              <a:t> Çok ama çok büyük sayılar için kullanılır. Normal </a:t>
            </a:r>
            <a:r>
              <a:rPr lang="tr-TR" sz="1200" dirty="0" err="1"/>
              <a:t>Number</a:t>
            </a:r>
            <a:r>
              <a:rPr lang="tr-TR" sz="1200" dirty="0"/>
              <a:t> tipinin kapasitesini aşan (2^53'ten büyük) sayılarda sonuna n ekleyerek kullanılır.</a:t>
            </a:r>
            <a:endParaRPr lang="en-US" sz="1200" dirty="0"/>
          </a:p>
          <a:p>
            <a:r>
              <a:rPr lang="tr-TR" sz="1200" dirty="0"/>
              <a:t>Sayısal Olmayan Tipler (</a:t>
            </a:r>
            <a:r>
              <a:rPr lang="tr-TR" sz="1200" dirty="0" err="1"/>
              <a:t>Non-Numeric</a:t>
            </a:r>
            <a:r>
              <a:rPr lang="tr-TR" sz="1200" dirty="0"/>
              <a:t>)</a:t>
            </a:r>
            <a:endParaRPr lang="en-US" sz="1200" dirty="0"/>
          </a:p>
          <a:p>
            <a:pPr lvl="1"/>
            <a:r>
              <a:rPr lang="tr-TR" sz="1200" b="1" dirty="0" err="1"/>
              <a:t>String</a:t>
            </a:r>
            <a:r>
              <a:rPr lang="tr-TR" sz="1200" b="1" dirty="0"/>
              <a:t>:</a:t>
            </a:r>
            <a:r>
              <a:rPr lang="tr-TR" sz="1200" dirty="0"/>
              <a:t> Metinler. Tırnak içindeki her şey: "Merhaba Dünya".</a:t>
            </a:r>
            <a:endParaRPr lang="en-US" sz="1200" dirty="0"/>
          </a:p>
          <a:p>
            <a:pPr lvl="1"/>
            <a:r>
              <a:rPr lang="tr-TR" sz="1200" b="1" dirty="0" err="1"/>
              <a:t>Boolean</a:t>
            </a:r>
            <a:r>
              <a:rPr lang="tr-TR" sz="1200" b="1" dirty="0"/>
              <a:t>:</a:t>
            </a:r>
            <a:r>
              <a:rPr lang="tr-TR" sz="1200" dirty="0"/>
              <a:t> Mantıksal anahtarlar. Sadece </a:t>
            </a:r>
            <a:r>
              <a:rPr lang="tr-TR" sz="1200" dirty="0" err="1"/>
              <a:t>true</a:t>
            </a:r>
            <a:r>
              <a:rPr lang="tr-TR" sz="1200" dirty="0"/>
              <a:t> veya </a:t>
            </a:r>
            <a:r>
              <a:rPr lang="tr-TR" sz="1200" dirty="0" err="1"/>
              <a:t>false</a:t>
            </a:r>
            <a:r>
              <a:rPr lang="tr-TR" sz="1200" dirty="0"/>
              <a:t>.</a:t>
            </a:r>
            <a:endParaRPr lang="en-US" sz="1200" dirty="0"/>
          </a:p>
          <a:p>
            <a:pPr lvl="1"/>
            <a:r>
              <a:rPr lang="tr-TR" sz="1200" b="1" dirty="0" err="1"/>
              <a:t>Null</a:t>
            </a:r>
            <a:r>
              <a:rPr lang="tr-TR" sz="1200" b="1" dirty="0"/>
              <a:t>:</a:t>
            </a:r>
            <a:r>
              <a:rPr lang="tr-TR" sz="1200" dirty="0"/>
              <a:t> "Bilerek boş bırakılmış" demektir. Bir değişkenin değerinin boş olduğunu kasten belirtmek için biz atarız.</a:t>
            </a:r>
            <a:endParaRPr lang="en-US" sz="1200" dirty="0"/>
          </a:p>
          <a:p>
            <a:pPr lvl="1"/>
            <a:r>
              <a:rPr lang="tr-TR" sz="1200" b="1" dirty="0" err="1"/>
              <a:t>Undefined</a:t>
            </a:r>
            <a:r>
              <a:rPr lang="tr-TR" sz="1200" b="1" dirty="0"/>
              <a:t>:</a:t>
            </a:r>
            <a:r>
              <a:rPr lang="tr-TR" sz="1200" dirty="0"/>
              <a:t> "Henüz tanımlanmamış" demektir. Bir değişken oluşturulmuş ama içine değer konmamışsa JS otomatik olarak bunu atar.</a:t>
            </a:r>
            <a:endParaRPr lang="en-US" sz="1200" dirty="0"/>
          </a:p>
        </p:txBody>
      </p:sp>
      <p:sp>
        <p:nvSpPr>
          <p:cNvPr id="9" name="Text Placeholder 8">
            <a:extLst>
              <a:ext uri="{FF2B5EF4-FFF2-40B4-BE49-F238E27FC236}">
                <a16:creationId xmlns:a16="http://schemas.microsoft.com/office/drawing/2014/main" id="{2E92345B-68AE-6EF2-8DE2-341893E6FDEB}"/>
              </a:ext>
            </a:extLst>
          </p:cNvPr>
          <p:cNvSpPr>
            <a:spLocks noGrp="1"/>
          </p:cNvSpPr>
          <p:nvPr>
            <p:ph type="body" sz="quarter" idx="3"/>
          </p:nvPr>
        </p:nvSpPr>
        <p:spPr/>
        <p:txBody>
          <a:bodyPr/>
          <a:lstStyle/>
          <a:p>
            <a:r>
              <a:rPr lang="tr-TR" dirty="0"/>
              <a:t>Nesneler (Objects)</a:t>
            </a:r>
            <a:r>
              <a:rPr lang="en-US" dirty="0"/>
              <a:t> – </a:t>
            </a:r>
          </a:p>
          <a:p>
            <a:r>
              <a:rPr lang="tr-TR" sz="1200" b="0" dirty="0"/>
              <a:t>İçlerinde birden fazla değer ve hatta fonksiyon barındırabilirler.</a:t>
            </a:r>
            <a:endParaRPr lang="tr-TR" b="0" dirty="0"/>
          </a:p>
        </p:txBody>
      </p:sp>
      <p:sp>
        <p:nvSpPr>
          <p:cNvPr id="10" name="Content Placeholder 9">
            <a:extLst>
              <a:ext uri="{FF2B5EF4-FFF2-40B4-BE49-F238E27FC236}">
                <a16:creationId xmlns:a16="http://schemas.microsoft.com/office/drawing/2014/main" id="{374F2767-F87B-D191-9FF3-A941C468D3E6}"/>
              </a:ext>
            </a:extLst>
          </p:cNvPr>
          <p:cNvSpPr>
            <a:spLocks noGrp="1"/>
          </p:cNvSpPr>
          <p:nvPr>
            <p:ph sz="quarter" idx="4"/>
          </p:nvPr>
        </p:nvSpPr>
        <p:spPr/>
        <p:txBody>
          <a:bodyPr>
            <a:noAutofit/>
          </a:bodyPr>
          <a:lstStyle/>
          <a:p>
            <a:r>
              <a:rPr lang="tr-TR" sz="1300" b="1" dirty="0"/>
              <a:t>Object (Nesne):</a:t>
            </a:r>
            <a:r>
              <a:rPr lang="tr-TR" sz="1300" dirty="0"/>
              <a:t> { anahtar: değer } şeklinde çalışan temel yapı. </a:t>
            </a:r>
            <a:r>
              <a:rPr lang="tr-TR" sz="1300" dirty="0" err="1"/>
              <a:t>Örn</a:t>
            </a:r>
            <a:r>
              <a:rPr lang="tr-TR" sz="1300" dirty="0"/>
              <a:t>: { ad: "Volkan", yas: 40 }.</a:t>
            </a:r>
            <a:endParaRPr lang="en-US" sz="1300" dirty="0"/>
          </a:p>
          <a:p>
            <a:r>
              <a:rPr lang="tr-TR" sz="1300" b="1" dirty="0" err="1"/>
              <a:t>Array</a:t>
            </a:r>
            <a:r>
              <a:rPr lang="tr-TR" sz="1300" b="1" dirty="0"/>
              <a:t> (Diziler):</a:t>
            </a:r>
            <a:r>
              <a:rPr lang="tr-TR" sz="1300" dirty="0"/>
              <a:t> Listelerdir. Köşeli parantez içinde tutulur. </a:t>
            </a:r>
            <a:r>
              <a:rPr lang="tr-TR" sz="1300" dirty="0" err="1"/>
              <a:t>Örn</a:t>
            </a:r>
            <a:r>
              <a:rPr lang="tr-TR" sz="1300" dirty="0"/>
              <a:t>: ["Elma", "Armut", "Muz"].</a:t>
            </a:r>
            <a:endParaRPr lang="en-US" sz="1300" dirty="0"/>
          </a:p>
          <a:p>
            <a:r>
              <a:rPr lang="tr-TR" sz="1300" b="1" dirty="0" err="1"/>
              <a:t>Function</a:t>
            </a:r>
            <a:r>
              <a:rPr lang="tr-TR" sz="1300" b="1" dirty="0"/>
              <a:t> (Fonksiyonlar):</a:t>
            </a:r>
            <a:r>
              <a:rPr lang="tr-TR" sz="1300" dirty="0"/>
              <a:t> Aslında </a:t>
            </a:r>
            <a:r>
              <a:rPr lang="tr-TR" sz="1300" dirty="0" err="1"/>
              <a:t>JS'de</a:t>
            </a:r>
            <a:r>
              <a:rPr lang="tr-TR" sz="1300" dirty="0"/>
              <a:t> fonksiyonlar da birer objedir! Kod bloklarını saklar ve istediğimizde çalıştırır.</a:t>
            </a:r>
            <a:endParaRPr lang="en-US" sz="1300" dirty="0"/>
          </a:p>
          <a:p>
            <a:r>
              <a:rPr lang="nb-NO" sz="1300" b="1" dirty="0"/>
              <a:t>Date:</a:t>
            </a:r>
            <a:r>
              <a:rPr lang="nb-NO" sz="1300" dirty="0"/>
              <a:t> Tarih ve saat bilgilerini tutan özel nesneler.</a:t>
            </a:r>
          </a:p>
          <a:p>
            <a:r>
              <a:rPr lang="tr-TR" sz="1300" b="1" dirty="0" err="1"/>
              <a:t>RegExp</a:t>
            </a:r>
            <a:r>
              <a:rPr lang="tr-TR" sz="1300" b="1" dirty="0"/>
              <a:t>:</a:t>
            </a:r>
            <a:r>
              <a:rPr lang="tr-TR" sz="1300" dirty="0"/>
              <a:t> Düzenli ifadeler. Metinler içinde karmaşık arama ve değiştirme (</a:t>
            </a:r>
            <a:r>
              <a:rPr lang="tr-TR" sz="1300" dirty="0" err="1"/>
              <a:t>örn</a:t>
            </a:r>
            <a:r>
              <a:rPr lang="tr-TR" sz="1300" dirty="0"/>
              <a:t>: e-posta kontrolü) yapmak için kullanılır.</a:t>
            </a:r>
            <a:endParaRPr lang="en-US" sz="1300" dirty="0"/>
          </a:p>
          <a:p>
            <a:r>
              <a:rPr lang="tr-TR" sz="1300" b="1" dirty="0"/>
              <a:t>Set:</a:t>
            </a:r>
            <a:r>
              <a:rPr lang="tr-TR" sz="1300" dirty="0"/>
              <a:t> İçinde aynı değerden sadece bir tane barındıran özel listeler. (Tekrar eden eleman istemediğimizde kullanırız).</a:t>
            </a:r>
            <a:endParaRPr lang="en-US" sz="1300" dirty="0"/>
          </a:p>
          <a:p>
            <a:r>
              <a:rPr lang="tr-TR" sz="1300" b="1" dirty="0" err="1"/>
              <a:t>Map</a:t>
            </a:r>
            <a:r>
              <a:rPr lang="tr-TR" sz="1300" b="1" dirty="0"/>
              <a:t>:</a:t>
            </a:r>
            <a:r>
              <a:rPr lang="tr-TR" sz="1300" dirty="0"/>
              <a:t> Objeye benzer ama anahtar kısmına sadece metin değil, her şeyi koyabildiğimiz gelişmiş sözlük yapılarıdır.</a:t>
            </a:r>
          </a:p>
        </p:txBody>
      </p:sp>
      <p:sp>
        <p:nvSpPr>
          <p:cNvPr id="5" name="Slide Number Placeholder 4">
            <a:extLst>
              <a:ext uri="{FF2B5EF4-FFF2-40B4-BE49-F238E27FC236}">
                <a16:creationId xmlns:a16="http://schemas.microsoft.com/office/drawing/2014/main" id="{AFA9B47D-BCA8-735C-E876-23A04F45DFCF}"/>
              </a:ext>
            </a:extLst>
          </p:cNvPr>
          <p:cNvSpPr>
            <a:spLocks noGrp="1"/>
          </p:cNvSpPr>
          <p:nvPr>
            <p:ph type="sldNum" sz="quarter" idx="12"/>
          </p:nvPr>
        </p:nvSpPr>
        <p:spPr/>
        <p:txBody>
          <a:bodyPr/>
          <a:lstStyle/>
          <a:p>
            <a:pPr>
              <a:defRPr/>
            </a:pPr>
            <a:fld id="{36F56FD2-7595-4018-8F18-DCE15FFDB08C}" type="slidenum">
              <a:rPr lang="tr-TR" altLang="en-US" smtClean="0"/>
              <a:pPr>
                <a:defRPr/>
              </a:pPr>
              <a:t>26</a:t>
            </a:fld>
            <a:endParaRPr lang="tr-TR" altLang="en-US"/>
          </a:p>
        </p:txBody>
      </p:sp>
      <p:sp>
        <p:nvSpPr>
          <p:cNvPr id="14" name="TextBox 13">
            <a:extLst>
              <a:ext uri="{FF2B5EF4-FFF2-40B4-BE49-F238E27FC236}">
                <a16:creationId xmlns:a16="http://schemas.microsoft.com/office/drawing/2014/main" id="{F38F116E-57B6-A36F-EB6D-F92C6FFD35E3}"/>
              </a:ext>
            </a:extLst>
          </p:cNvPr>
          <p:cNvSpPr txBox="1"/>
          <p:nvPr/>
        </p:nvSpPr>
        <p:spPr>
          <a:xfrm>
            <a:off x="60406" y="6492875"/>
            <a:ext cx="4451187" cy="307777"/>
          </a:xfrm>
          <a:prstGeom prst="rect">
            <a:avLst/>
          </a:prstGeom>
          <a:noFill/>
        </p:spPr>
        <p:txBody>
          <a:bodyPr wrap="square">
            <a:spAutoFit/>
          </a:bodyPr>
          <a:lstStyle/>
          <a:p>
            <a:r>
              <a:rPr lang="en-US" sz="1400" b="1" dirty="0"/>
              <a:t>KOD</a:t>
            </a:r>
            <a:r>
              <a:rPr lang="en-US" sz="1400" dirty="0"/>
              <a:t>: h2_sunum_kodlar &gt;&gt; 4-veri_turleri.html</a:t>
            </a:r>
            <a:endParaRPr lang="tr-TR" sz="1400" dirty="0"/>
          </a:p>
        </p:txBody>
      </p:sp>
    </p:spTree>
    <p:extLst>
      <p:ext uri="{BB962C8B-B14F-4D97-AF65-F5344CB8AC3E}">
        <p14:creationId xmlns:p14="http://schemas.microsoft.com/office/powerpoint/2010/main" val="2756118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3B177-3C34-D523-ACA0-16C0CEFAC18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0D74C5D-A0E6-C1AE-3339-01E7004C81D0}"/>
              </a:ext>
            </a:extLst>
          </p:cNvPr>
          <p:cNvSpPr>
            <a:spLocks noGrp="1"/>
          </p:cNvSpPr>
          <p:nvPr>
            <p:ph type="title"/>
          </p:nvPr>
        </p:nvSpPr>
        <p:spPr/>
        <p:txBody>
          <a:bodyPr/>
          <a:lstStyle/>
          <a:p>
            <a:r>
              <a:rPr lang="tr-TR" dirty="0" err="1"/>
              <a:t>Null</a:t>
            </a:r>
            <a:r>
              <a:rPr lang="tr-TR" dirty="0"/>
              <a:t> </a:t>
            </a:r>
            <a:r>
              <a:rPr lang="tr-TR" dirty="0" err="1"/>
              <a:t>vs</a:t>
            </a:r>
            <a:r>
              <a:rPr lang="tr-TR" dirty="0"/>
              <a:t> </a:t>
            </a:r>
            <a:r>
              <a:rPr lang="tr-TR" dirty="0" err="1"/>
              <a:t>Undefined</a:t>
            </a:r>
            <a:endParaRPr lang="tr-TR" dirty="0"/>
          </a:p>
        </p:txBody>
      </p:sp>
      <p:sp>
        <p:nvSpPr>
          <p:cNvPr id="11" name="Text Placeholder 10">
            <a:extLst>
              <a:ext uri="{FF2B5EF4-FFF2-40B4-BE49-F238E27FC236}">
                <a16:creationId xmlns:a16="http://schemas.microsoft.com/office/drawing/2014/main" id="{A80959AE-9809-F279-581A-2009AD0EE18A}"/>
              </a:ext>
            </a:extLst>
          </p:cNvPr>
          <p:cNvSpPr>
            <a:spLocks noGrp="1"/>
          </p:cNvSpPr>
          <p:nvPr>
            <p:ph type="body" idx="1"/>
          </p:nvPr>
        </p:nvSpPr>
        <p:spPr/>
        <p:txBody>
          <a:bodyPr/>
          <a:lstStyle/>
          <a:p>
            <a:r>
              <a:rPr lang="tr-TR" sz="3200" dirty="0" err="1"/>
              <a:t>Null</a:t>
            </a:r>
            <a:endParaRPr lang="tr-TR" sz="3200" dirty="0"/>
          </a:p>
        </p:txBody>
      </p:sp>
      <p:sp>
        <p:nvSpPr>
          <p:cNvPr id="13" name="Text Placeholder 12">
            <a:extLst>
              <a:ext uri="{FF2B5EF4-FFF2-40B4-BE49-F238E27FC236}">
                <a16:creationId xmlns:a16="http://schemas.microsoft.com/office/drawing/2014/main" id="{D09F73CE-390E-D68E-C4E3-371E3AB27A86}"/>
              </a:ext>
            </a:extLst>
          </p:cNvPr>
          <p:cNvSpPr>
            <a:spLocks noGrp="1"/>
          </p:cNvSpPr>
          <p:nvPr>
            <p:ph type="body" sz="quarter" idx="3"/>
          </p:nvPr>
        </p:nvSpPr>
        <p:spPr/>
        <p:txBody>
          <a:bodyPr/>
          <a:lstStyle/>
          <a:p>
            <a:r>
              <a:rPr lang="tr-TR" sz="3200" dirty="0" err="1"/>
              <a:t>Undefined</a:t>
            </a:r>
            <a:endParaRPr lang="tr-TR" sz="3200" dirty="0"/>
          </a:p>
        </p:txBody>
      </p:sp>
      <p:sp>
        <p:nvSpPr>
          <p:cNvPr id="14" name="Content Placeholder 13">
            <a:extLst>
              <a:ext uri="{FF2B5EF4-FFF2-40B4-BE49-F238E27FC236}">
                <a16:creationId xmlns:a16="http://schemas.microsoft.com/office/drawing/2014/main" id="{C97E25A8-8E84-C911-808A-7888FC06A146}"/>
              </a:ext>
            </a:extLst>
          </p:cNvPr>
          <p:cNvSpPr>
            <a:spLocks noGrp="1"/>
          </p:cNvSpPr>
          <p:nvPr>
            <p:ph sz="quarter" idx="4"/>
          </p:nvPr>
        </p:nvSpPr>
        <p:spPr/>
        <p:txBody>
          <a:bodyPr/>
          <a:lstStyle/>
          <a:p>
            <a:r>
              <a:rPr lang="tr-TR" sz="2000" dirty="0"/>
              <a:t>Bir kutu var ama içi boş, henüz bir şey koymadık (Kutuyu açtın, boş çıktı).</a:t>
            </a:r>
          </a:p>
          <a:p>
            <a:endParaRPr lang="tr-TR" sz="2000" dirty="0"/>
          </a:p>
        </p:txBody>
      </p:sp>
      <p:sp>
        <p:nvSpPr>
          <p:cNvPr id="7" name="Slide Number Placeholder 6">
            <a:extLst>
              <a:ext uri="{FF2B5EF4-FFF2-40B4-BE49-F238E27FC236}">
                <a16:creationId xmlns:a16="http://schemas.microsoft.com/office/drawing/2014/main" id="{A0D9D436-1C57-F209-254F-DDAB9FA3B6E7}"/>
              </a:ext>
            </a:extLst>
          </p:cNvPr>
          <p:cNvSpPr>
            <a:spLocks noGrp="1"/>
          </p:cNvSpPr>
          <p:nvPr>
            <p:ph type="sldNum" sz="quarter" idx="12"/>
          </p:nvPr>
        </p:nvSpPr>
        <p:spPr/>
        <p:txBody>
          <a:bodyPr/>
          <a:lstStyle/>
          <a:p>
            <a:pPr>
              <a:defRPr/>
            </a:pPr>
            <a:fld id="{F5E22D41-3B2A-46A0-852A-5E39E51C087C}" type="slidenum">
              <a:rPr lang="tr-TR" altLang="en-US" smtClean="0"/>
              <a:pPr>
                <a:defRPr/>
              </a:pPr>
              <a:t>27</a:t>
            </a:fld>
            <a:endParaRPr lang="tr-TR" altLang="en-US"/>
          </a:p>
        </p:txBody>
      </p:sp>
      <p:pic>
        <p:nvPicPr>
          <p:cNvPr id="22" name="Picture 21">
            <a:extLst>
              <a:ext uri="{FF2B5EF4-FFF2-40B4-BE49-F238E27FC236}">
                <a16:creationId xmlns:a16="http://schemas.microsoft.com/office/drawing/2014/main" id="{F8CB7852-E216-2A8A-ADD2-E27DDB6609DE}"/>
              </a:ext>
            </a:extLst>
          </p:cNvPr>
          <p:cNvPicPr>
            <a:picLocks noChangeAspect="1"/>
          </p:cNvPicPr>
          <p:nvPr/>
        </p:nvPicPr>
        <p:blipFill>
          <a:blip r:embed="rId2"/>
          <a:stretch>
            <a:fillRect/>
          </a:stretch>
        </p:blipFill>
        <p:spPr>
          <a:xfrm>
            <a:off x="1547664" y="3716479"/>
            <a:ext cx="2592288" cy="2592288"/>
          </a:xfrm>
          <a:prstGeom prst="rect">
            <a:avLst/>
          </a:prstGeom>
        </p:spPr>
      </p:pic>
      <p:sp>
        <p:nvSpPr>
          <p:cNvPr id="2" name="Content Placeholder 1">
            <a:extLst>
              <a:ext uri="{FF2B5EF4-FFF2-40B4-BE49-F238E27FC236}">
                <a16:creationId xmlns:a16="http://schemas.microsoft.com/office/drawing/2014/main" id="{4D52D9FF-92E4-AD35-8128-B6846099D8A8}"/>
              </a:ext>
            </a:extLst>
          </p:cNvPr>
          <p:cNvSpPr>
            <a:spLocks noGrp="1"/>
          </p:cNvSpPr>
          <p:nvPr>
            <p:ph sz="half" idx="2"/>
          </p:nvPr>
        </p:nvSpPr>
        <p:spPr/>
        <p:txBody>
          <a:bodyPr>
            <a:normAutofit/>
          </a:bodyPr>
          <a:lstStyle/>
          <a:p>
            <a:r>
              <a:rPr lang="en-US" sz="2000" dirty="0"/>
              <a:t>B</a:t>
            </a:r>
            <a:r>
              <a:rPr lang="tr-TR" sz="2000" dirty="0"/>
              <a:t>ir kutu var, içini özellikle biz boşalttık ve "burası şimdilik boş kalsın" dedik (Kutunun içine "BOŞ" etiketi koyduk).</a:t>
            </a:r>
          </a:p>
          <a:p>
            <a:endParaRPr lang="tr-TR" sz="2000" dirty="0"/>
          </a:p>
        </p:txBody>
      </p:sp>
      <p:pic>
        <p:nvPicPr>
          <p:cNvPr id="3" name="Picture 2">
            <a:extLst>
              <a:ext uri="{FF2B5EF4-FFF2-40B4-BE49-F238E27FC236}">
                <a16:creationId xmlns:a16="http://schemas.microsoft.com/office/drawing/2014/main" id="{D1F81FD9-CFE7-C109-1F01-D8671596DF1F}"/>
              </a:ext>
            </a:extLst>
          </p:cNvPr>
          <p:cNvPicPr>
            <a:picLocks noChangeAspect="1"/>
          </p:cNvPicPr>
          <p:nvPr/>
        </p:nvPicPr>
        <p:blipFill>
          <a:blip r:embed="rId3"/>
          <a:stretch>
            <a:fillRect/>
          </a:stretch>
        </p:blipFill>
        <p:spPr>
          <a:xfrm>
            <a:off x="5143929" y="3563240"/>
            <a:ext cx="2784771" cy="2898767"/>
          </a:xfrm>
          <a:prstGeom prst="rect">
            <a:avLst/>
          </a:prstGeom>
        </p:spPr>
      </p:pic>
      <p:sp>
        <p:nvSpPr>
          <p:cNvPr id="4" name="TextBox 3">
            <a:extLst>
              <a:ext uri="{FF2B5EF4-FFF2-40B4-BE49-F238E27FC236}">
                <a16:creationId xmlns:a16="http://schemas.microsoft.com/office/drawing/2014/main" id="{577D43BA-E051-C714-E5D0-4456166922E8}"/>
              </a:ext>
            </a:extLst>
          </p:cNvPr>
          <p:cNvSpPr txBox="1"/>
          <p:nvPr/>
        </p:nvSpPr>
        <p:spPr>
          <a:xfrm>
            <a:off x="55410" y="6374809"/>
            <a:ext cx="4451187" cy="307777"/>
          </a:xfrm>
          <a:prstGeom prst="rect">
            <a:avLst/>
          </a:prstGeom>
          <a:noFill/>
        </p:spPr>
        <p:txBody>
          <a:bodyPr wrap="square">
            <a:spAutoFit/>
          </a:bodyPr>
          <a:lstStyle/>
          <a:p>
            <a:r>
              <a:rPr lang="en-US" sz="1400" b="1" dirty="0"/>
              <a:t>KOD</a:t>
            </a:r>
            <a:r>
              <a:rPr lang="en-US" sz="1400" dirty="0"/>
              <a:t>: h2_sunum_kodlar &gt;&gt; 4-veri_turleri.html</a:t>
            </a:r>
            <a:endParaRPr lang="tr-TR" sz="1400" dirty="0"/>
          </a:p>
        </p:txBody>
      </p:sp>
    </p:spTree>
    <p:extLst>
      <p:ext uri="{BB962C8B-B14F-4D97-AF65-F5344CB8AC3E}">
        <p14:creationId xmlns:p14="http://schemas.microsoft.com/office/powerpoint/2010/main" val="194768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1DB34D0-886B-FE07-8197-9C4FC12683F7}"/>
              </a:ext>
            </a:extLst>
          </p:cNvPr>
          <p:cNvSpPr>
            <a:spLocks noGrp="1"/>
          </p:cNvSpPr>
          <p:nvPr>
            <p:ph type="title"/>
          </p:nvPr>
        </p:nvSpPr>
        <p:spPr/>
        <p:txBody>
          <a:bodyPr/>
          <a:lstStyle/>
          <a:p>
            <a:r>
              <a:rPr lang="en-US" dirty="0"/>
              <a:t>Veri </a:t>
            </a:r>
            <a:r>
              <a:rPr lang="en-US" dirty="0" err="1"/>
              <a:t>Türünü</a:t>
            </a:r>
            <a:r>
              <a:rPr lang="en-US" dirty="0"/>
              <a:t> </a:t>
            </a:r>
            <a:r>
              <a:rPr lang="en-US" dirty="0" err="1"/>
              <a:t>Tespit</a:t>
            </a:r>
            <a:endParaRPr lang="tr-TR" dirty="0"/>
          </a:p>
        </p:txBody>
      </p:sp>
      <p:sp>
        <p:nvSpPr>
          <p:cNvPr id="9" name="Content Placeholder 8">
            <a:extLst>
              <a:ext uri="{FF2B5EF4-FFF2-40B4-BE49-F238E27FC236}">
                <a16:creationId xmlns:a16="http://schemas.microsoft.com/office/drawing/2014/main" id="{D3A89997-1086-0258-37E1-B63832332487}"/>
              </a:ext>
            </a:extLst>
          </p:cNvPr>
          <p:cNvSpPr>
            <a:spLocks noGrp="1"/>
          </p:cNvSpPr>
          <p:nvPr>
            <p:ph sz="half" idx="1"/>
          </p:nvPr>
        </p:nvSpPr>
        <p:spPr/>
        <p:txBody>
          <a:bodyPr>
            <a:normAutofit fontScale="92500"/>
          </a:bodyPr>
          <a:lstStyle/>
          <a:p>
            <a:r>
              <a:rPr lang="en-US" b="1" dirty="0" err="1"/>
              <a:t>Typeof</a:t>
            </a:r>
            <a:r>
              <a:rPr lang="en-US" b="1" dirty="0"/>
              <a:t>()</a:t>
            </a:r>
          </a:p>
          <a:p>
            <a:pPr lvl="1"/>
            <a:r>
              <a:rPr lang="tr-TR" b="1" dirty="0">
                <a:hlinkClick r:id="rId2"/>
              </a:rPr>
              <a:t>https://developer.mozilla.org/en-US/docs/Web/JavaScript/Reference/Operators/typeof</a:t>
            </a:r>
            <a:endParaRPr lang="en-US" b="1" dirty="0"/>
          </a:p>
          <a:p>
            <a:pPr lvl="1"/>
            <a:r>
              <a:rPr lang="tr-TR" dirty="0"/>
              <a:t>işlenenin (</a:t>
            </a:r>
            <a:r>
              <a:rPr lang="tr-TR" dirty="0" err="1"/>
              <a:t>operand’ın</a:t>
            </a:r>
            <a:r>
              <a:rPr lang="tr-TR" dirty="0"/>
              <a:t>) değerinin türünü belirten bir </a:t>
            </a:r>
            <a:r>
              <a:rPr lang="tr-TR" dirty="0" err="1"/>
              <a:t>string</a:t>
            </a:r>
            <a:r>
              <a:rPr lang="tr-TR" dirty="0"/>
              <a:t> (metin) döndürür.</a:t>
            </a:r>
            <a:endParaRPr lang="tr-TR" b="1" dirty="0"/>
          </a:p>
        </p:txBody>
      </p:sp>
      <p:pic>
        <p:nvPicPr>
          <p:cNvPr id="12" name="Content Placeholder 11">
            <a:extLst>
              <a:ext uri="{FF2B5EF4-FFF2-40B4-BE49-F238E27FC236}">
                <a16:creationId xmlns:a16="http://schemas.microsoft.com/office/drawing/2014/main" id="{8A2D5A9E-6ADA-06FE-71E5-8B441C733A06}"/>
              </a:ext>
            </a:extLst>
          </p:cNvPr>
          <p:cNvPicPr>
            <a:picLocks noGrp="1" noChangeAspect="1"/>
          </p:cNvPicPr>
          <p:nvPr>
            <p:ph sz="half" idx="2"/>
          </p:nvPr>
        </p:nvPicPr>
        <p:blipFill>
          <a:blip r:embed="rId3"/>
          <a:stretch>
            <a:fillRect/>
          </a:stretch>
        </p:blipFill>
        <p:spPr bwMode="auto">
          <a:xfrm>
            <a:off x="4788024" y="1719263"/>
            <a:ext cx="3105809"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a:extLst>
              <a:ext uri="{FF2B5EF4-FFF2-40B4-BE49-F238E27FC236}">
                <a16:creationId xmlns:a16="http://schemas.microsoft.com/office/drawing/2014/main" id="{0FC8CDC1-11C1-D735-62D8-93AD966073F7}"/>
              </a:ext>
            </a:extLst>
          </p:cNvPr>
          <p:cNvSpPr>
            <a:spLocks noGrp="1"/>
          </p:cNvSpPr>
          <p:nvPr>
            <p:ph type="sldNum" sz="quarter" idx="12"/>
          </p:nvPr>
        </p:nvSpPr>
        <p:spPr/>
        <p:txBody>
          <a:bodyPr/>
          <a:lstStyle/>
          <a:p>
            <a:pPr>
              <a:defRPr/>
            </a:pPr>
            <a:fld id="{F5E22D41-3B2A-46A0-852A-5E39E51C087C}" type="slidenum">
              <a:rPr lang="tr-TR" altLang="en-US" smtClean="0"/>
              <a:pPr>
                <a:defRPr/>
              </a:pPr>
              <a:t>28</a:t>
            </a:fld>
            <a:endParaRPr lang="tr-TR" altLang="en-US"/>
          </a:p>
        </p:txBody>
      </p:sp>
      <p:sp>
        <p:nvSpPr>
          <p:cNvPr id="13" name="TextBox 12">
            <a:extLst>
              <a:ext uri="{FF2B5EF4-FFF2-40B4-BE49-F238E27FC236}">
                <a16:creationId xmlns:a16="http://schemas.microsoft.com/office/drawing/2014/main" id="{12A8D9C4-F237-8887-972A-92B8A1A011D5}"/>
              </a:ext>
            </a:extLst>
          </p:cNvPr>
          <p:cNvSpPr txBox="1"/>
          <p:nvPr/>
        </p:nvSpPr>
        <p:spPr>
          <a:xfrm>
            <a:off x="137926" y="6323111"/>
            <a:ext cx="4451187" cy="307777"/>
          </a:xfrm>
          <a:prstGeom prst="rect">
            <a:avLst/>
          </a:prstGeom>
          <a:noFill/>
        </p:spPr>
        <p:txBody>
          <a:bodyPr wrap="square">
            <a:spAutoFit/>
          </a:bodyPr>
          <a:lstStyle/>
          <a:p>
            <a:r>
              <a:rPr lang="en-US" sz="1400" b="1" dirty="0"/>
              <a:t>KOD</a:t>
            </a:r>
            <a:r>
              <a:rPr lang="en-US" sz="1400" dirty="0"/>
              <a:t>: h2_sunum_kodlar &gt;&gt; 4-veri_turleri.html</a:t>
            </a:r>
            <a:endParaRPr lang="tr-TR" sz="1400" dirty="0"/>
          </a:p>
        </p:txBody>
      </p:sp>
    </p:spTree>
    <p:extLst>
      <p:ext uri="{BB962C8B-B14F-4D97-AF65-F5344CB8AC3E}">
        <p14:creationId xmlns:p14="http://schemas.microsoft.com/office/powerpoint/2010/main" val="3660952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76126-7A9F-9721-DC26-7C741752B9F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517066-8143-CCF1-F1E2-6C23B1AE2661}"/>
              </a:ext>
            </a:extLst>
          </p:cNvPr>
          <p:cNvSpPr>
            <a:spLocks noGrp="1"/>
          </p:cNvSpPr>
          <p:nvPr>
            <p:ph type="title"/>
          </p:nvPr>
        </p:nvSpPr>
        <p:spPr/>
        <p:txBody>
          <a:bodyPr/>
          <a:lstStyle/>
          <a:p>
            <a:r>
              <a:rPr lang="it-IT" dirty="0"/>
              <a:t>İlkel Veri Tipleri (Primitive Data Types) </a:t>
            </a:r>
            <a:r>
              <a:rPr lang="en-US" dirty="0" err="1"/>
              <a:t>Örnekleri</a:t>
            </a:r>
            <a:endParaRPr lang="tr-TR" dirty="0"/>
          </a:p>
        </p:txBody>
      </p:sp>
      <p:sp>
        <p:nvSpPr>
          <p:cNvPr id="7" name="Slide Number Placeholder 6">
            <a:extLst>
              <a:ext uri="{FF2B5EF4-FFF2-40B4-BE49-F238E27FC236}">
                <a16:creationId xmlns:a16="http://schemas.microsoft.com/office/drawing/2014/main" id="{D1C23C3E-539C-F556-0B76-B1A8DD8057E7}"/>
              </a:ext>
            </a:extLst>
          </p:cNvPr>
          <p:cNvSpPr>
            <a:spLocks noGrp="1"/>
          </p:cNvSpPr>
          <p:nvPr>
            <p:ph type="sldNum" sz="quarter" idx="12"/>
          </p:nvPr>
        </p:nvSpPr>
        <p:spPr/>
        <p:txBody>
          <a:bodyPr/>
          <a:lstStyle/>
          <a:p>
            <a:pPr>
              <a:defRPr/>
            </a:pPr>
            <a:fld id="{F5E22D41-3B2A-46A0-852A-5E39E51C087C}" type="slidenum">
              <a:rPr lang="tr-TR" altLang="en-US" smtClean="0"/>
              <a:pPr>
                <a:defRPr/>
              </a:pPr>
              <a:t>29</a:t>
            </a:fld>
            <a:endParaRPr lang="tr-TR" altLang="en-US"/>
          </a:p>
        </p:txBody>
      </p:sp>
      <p:pic>
        <p:nvPicPr>
          <p:cNvPr id="2" name="Content Placeholder 1">
            <a:extLst>
              <a:ext uri="{FF2B5EF4-FFF2-40B4-BE49-F238E27FC236}">
                <a16:creationId xmlns:a16="http://schemas.microsoft.com/office/drawing/2014/main" id="{2E2747C1-14BE-5A35-111E-C08640C9B661}"/>
              </a:ext>
            </a:extLst>
          </p:cNvPr>
          <p:cNvPicPr>
            <a:picLocks noGrp="1" noChangeAspect="1"/>
          </p:cNvPicPr>
          <p:nvPr>
            <p:ph idx="1"/>
          </p:nvPr>
        </p:nvPicPr>
        <p:blipFill>
          <a:blip r:embed="rId2"/>
          <a:stretch>
            <a:fillRect/>
          </a:stretch>
        </p:blipFill>
        <p:spPr>
          <a:xfrm>
            <a:off x="586508" y="1556792"/>
            <a:ext cx="7414492" cy="5053189"/>
          </a:xfrm>
          <a:prstGeom prst="rect">
            <a:avLst/>
          </a:prstGeom>
        </p:spPr>
      </p:pic>
      <p:sp>
        <p:nvSpPr>
          <p:cNvPr id="3" name="TextBox 2">
            <a:extLst>
              <a:ext uri="{FF2B5EF4-FFF2-40B4-BE49-F238E27FC236}">
                <a16:creationId xmlns:a16="http://schemas.microsoft.com/office/drawing/2014/main" id="{60D9FCC5-83D1-3DF8-E763-E8F1B1FCB93C}"/>
              </a:ext>
            </a:extLst>
          </p:cNvPr>
          <p:cNvSpPr txBox="1"/>
          <p:nvPr/>
        </p:nvSpPr>
        <p:spPr>
          <a:xfrm>
            <a:off x="5148064" y="1192868"/>
            <a:ext cx="4451187" cy="307777"/>
          </a:xfrm>
          <a:prstGeom prst="rect">
            <a:avLst/>
          </a:prstGeom>
          <a:noFill/>
        </p:spPr>
        <p:txBody>
          <a:bodyPr wrap="square">
            <a:spAutoFit/>
          </a:bodyPr>
          <a:lstStyle/>
          <a:p>
            <a:r>
              <a:rPr lang="en-US" sz="1400" b="1" dirty="0"/>
              <a:t>KOD</a:t>
            </a:r>
            <a:r>
              <a:rPr lang="en-US" sz="1400" dirty="0"/>
              <a:t>: h2_sunum_kodlar &gt;&gt; 4-veri_turleri.html</a:t>
            </a:r>
            <a:endParaRPr lang="tr-TR" sz="1400" dirty="0"/>
          </a:p>
        </p:txBody>
      </p:sp>
    </p:spTree>
    <p:extLst>
      <p:ext uri="{BB962C8B-B14F-4D97-AF65-F5344CB8AC3E}">
        <p14:creationId xmlns:p14="http://schemas.microsoft.com/office/powerpoint/2010/main" val="22144866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908D-3C78-D57F-BF30-FA3C0F9AD6CD}"/>
              </a:ext>
            </a:extLst>
          </p:cNvPr>
          <p:cNvSpPr>
            <a:spLocks noGrp="1"/>
          </p:cNvSpPr>
          <p:nvPr>
            <p:ph type="title"/>
          </p:nvPr>
        </p:nvSpPr>
        <p:spPr/>
        <p:txBody>
          <a:bodyPr/>
          <a:lstStyle/>
          <a:p>
            <a:r>
              <a:rPr lang="tr-TR" dirty="0"/>
              <a:t>Nesneler (Objects)</a:t>
            </a:r>
            <a:r>
              <a:rPr lang="en-US" dirty="0"/>
              <a:t> </a:t>
            </a:r>
            <a:r>
              <a:rPr lang="en-US" dirty="0" err="1"/>
              <a:t>Örnekleri</a:t>
            </a:r>
            <a:endParaRPr lang="tr-TR" dirty="0"/>
          </a:p>
        </p:txBody>
      </p:sp>
      <p:pic>
        <p:nvPicPr>
          <p:cNvPr id="6" name="Content Placeholder 5">
            <a:extLst>
              <a:ext uri="{FF2B5EF4-FFF2-40B4-BE49-F238E27FC236}">
                <a16:creationId xmlns:a16="http://schemas.microsoft.com/office/drawing/2014/main" id="{CC670B8A-DF43-C91D-FCD1-E90B4EF1F915}"/>
              </a:ext>
            </a:extLst>
          </p:cNvPr>
          <p:cNvPicPr>
            <a:picLocks noGrp="1" noChangeAspect="1"/>
          </p:cNvPicPr>
          <p:nvPr>
            <p:ph idx="1"/>
          </p:nvPr>
        </p:nvPicPr>
        <p:blipFill>
          <a:blip r:embed="rId2"/>
          <a:stretch>
            <a:fillRect/>
          </a:stretch>
        </p:blipFill>
        <p:spPr bwMode="auto">
          <a:xfrm>
            <a:off x="471046" y="1580510"/>
            <a:ext cx="7814982" cy="50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99D9CBC0-37B9-5065-1C1A-0E968C754964}"/>
              </a:ext>
            </a:extLst>
          </p:cNvPr>
          <p:cNvSpPr>
            <a:spLocks noGrp="1"/>
          </p:cNvSpPr>
          <p:nvPr>
            <p:ph type="sldNum" sz="quarter" idx="12"/>
          </p:nvPr>
        </p:nvSpPr>
        <p:spPr/>
        <p:txBody>
          <a:bodyPr/>
          <a:lstStyle/>
          <a:p>
            <a:pPr>
              <a:defRPr/>
            </a:pPr>
            <a:fld id="{C2E76B57-1749-484A-BC30-43D176F9D50D}" type="slidenum">
              <a:rPr lang="tr-TR" altLang="en-US" smtClean="0"/>
              <a:pPr>
                <a:defRPr/>
              </a:pPr>
              <a:t>30</a:t>
            </a:fld>
            <a:endParaRPr lang="tr-TR" altLang="en-US"/>
          </a:p>
        </p:txBody>
      </p:sp>
      <p:sp>
        <p:nvSpPr>
          <p:cNvPr id="7" name="TextBox 6">
            <a:extLst>
              <a:ext uri="{FF2B5EF4-FFF2-40B4-BE49-F238E27FC236}">
                <a16:creationId xmlns:a16="http://schemas.microsoft.com/office/drawing/2014/main" id="{4F0CF608-0480-63E5-A4D6-CB908DA8DF17}"/>
              </a:ext>
            </a:extLst>
          </p:cNvPr>
          <p:cNvSpPr txBox="1"/>
          <p:nvPr/>
        </p:nvSpPr>
        <p:spPr>
          <a:xfrm>
            <a:off x="5148064" y="1301152"/>
            <a:ext cx="4451187" cy="307777"/>
          </a:xfrm>
          <a:prstGeom prst="rect">
            <a:avLst/>
          </a:prstGeom>
          <a:noFill/>
        </p:spPr>
        <p:txBody>
          <a:bodyPr wrap="square">
            <a:spAutoFit/>
          </a:bodyPr>
          <a:lstStyle/>
          <a:p>
            <a:r>
              <a:rPr lang="en-US" sz="1400" b="1" dirty="0"/>
              <a:t>KOD</a:t>
            </a:r>
            <a:r>
              <a:rPr lang="en-US" sz="1400" dirty="0"/>
              <a:t>: h2_sunum_kodlar &gt;&gt; 4-veri_turleri.html</a:t>
            </a:r>
            <a:endParaRPr lang="tr-TR" sz="1400" dirty="0"/>
          </a:p>
        </p:txBody>
      </p:sp>
    </p:spTree>
    <p:extLst>
      <p:ext uri="{BB962C8B-B14F-4D97-AF65-F5344CB8AC3E}">
        <p14:creationId xmlns:p14="http://schemas.microsoft.com/office/powerpoint/2010/main" val="17646332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96557-149F-EE0E-4A48-6FC6D4DBF341}"/>
              </a:ext>
            </a:extLst>
          </p:cNvPr>
          <p:cNvSpPr>
            <a:spLocks noGrp="1"/>
          </p:cNvSpPr>
          <p:nvPr>
            <p:ph type="title"/>
          </p:nvPr>
        </p:nvSpPr>
        <p:spPr/>
        <p:txBody>
          <a:bodyPr/>
          <a:lstStyle/>
          <a:p>
            <a:r>
              <a:rPr lang="en-US" dirty="0"/>
              <a:t>Haydi </a:t>
            </a:r>
            <a:r>
              <a:rPr lang="en-US" dirty="0" err="1"/>
              <a:t>Cevapla</a:t>
            </a:r>
            <a:endParaRPr lang="tr-TR" dirty="0"/>
          </a:p>
        </p:txBody>
      </p:sp>
      <p:pic>
        <p:nvPicPr>
          <p:cNvPr id="6" name="Content Placeholder 5">
            <a:extLst>
              <a:ext uri="{FF2B5EF4-FFF2-40B4-BE49-F238E27FC236}">
                <a16:creationId xmlns:a16="http://schemas.microsoft.com/office/drawing/2014/main" id="{DA9AC46E-0FF1-30D0-90D9-2774E8ECE0A6}"/>
              </a:ext>
            </a:extLst>
          </p:cNvPr>
          <p:cNvPicPr>
            <a:picLocks noGrp="1" noChangeAspect="1"/>
          </p:cNvPicPr>
          <p:nvPr>
            <p:ph idx="1"/>
          </p:nvPr>
        </p:nvPicPr>
        <p:blipFill>
          <a:blip r:embed="rId2"/>
          <a:stretch>
            <a:fillRect/>
          </a:stretch>
        </p:blipFill>
        <p:spPr bwMode="auto">
          <a:xfrm>
            <a:off x="971600" y="2132856"/>
            <a:ext cx="6758334" cy="3243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CD939973-F75C-B404-B5A2-8B5B9E6C6259}"/>
              </a:ext>
            </a:extLst>
          </p:cNvPr>
          <p:cNvSpPr>
            <a:spLocks noGrp="1"/>
          </p:cNvSpPr>
          <p:nvPr>
            <p:ph type="sldNum" sz="quarter" idx="12"/>
          </p:nvPr>
        </p:nvSpPr>
        <p:spPr/>
        <p:txBody>
          <a:bodyPr/>
          <a:lstStyle/>
          <a:p>
            <a:pPr>
              <a:defRPr/>
            </a:pPr>
            <a:fld id="{C2E76B57-1749-484A-BC30-43D176F9D50D}" type="slidenum">
              <a:rPr lang="tr-TR" altLang="en-US" smtClean="0"/>
              <a:pPr>
                <a:defRPr/>
              </a:pPr>
              <a:t>31</a:t>
            </a:fld>
            <a:endParaRPr lang="tr-TR" altLang="en-US"/>
          </a:p>
        </p:txBody>
      </p:sp>
    </p:spTree>
    <p:extLst>
      <p:ext uri="{BB962C8B-B14F-4D97-AF65-F5344CB8AC3E}">
        <p14:creationId xmlns:p14="http://schemas.microsoft.com/office/powerpoint/2010/main" val="2014178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2B1EF-AB69-CBE1-14F0-8E30803A671D}"/>
              </a:ext>
            </a:extLst>
          </p:cNvPr>
          <p:cNvSpPr>
            <a:spLocks noGrp="1"/>
          </p:cNvSpPr>
          <p:nvPr>
            <p:ph type="title"/>
          </p:nvPr>
        </p:nvSpPr>
        <p:spPr/>
        <p:txBody>
          <a:bodyPr/>
          <a:lstStyle/>
          <a:p>
            <a:r>
              <a:rPr lang="en-US" dirty="0"/>
              <a:t>“</a:t>
            </a:r>
            <a:r>
              <a:rPr lang="tr-TR" dirty="0" err="1"/>
              <a:t>typeof</a:t>
            </a:r>
            <a:r>
              <a:rPr lang="tr-TR" dirty="0"/>
              <a:t> </a:t>
            </a:r>
            <a:r>
              <a:rPr lang="tr-TR" dirty="0" err="1"/>
              <a:t>null</a:t>
            </a:r>
            <a:r>
              <a:rPr lang="en-US" dirty="0"/>
              <a:t>”</a:t>
            </a:r>
            <a:r>
              <a:rPr lang="tr-TR" dirty="0"/>
              <a:t> Tuzağı</a:t>
            </a:r>
          </a:p>
        </p:txBody>
      </p:sp>
      <p:sp>
        <p:nvSpPr>
          <p:cNvPr id="3" name="Content Placeholder 2">
            <a:extLst>
              <a:ext uri="{FF2B5EF4-FFF2-40B4-BE49-F238E27FC236}">
                <a16:creationId xmlns:a16="http://schemas.microsoft.com/office/drawing/2014/main" id="{A131CE9E-5963-AD23-47CD-91ADF35CB826}"/>
              </a:ext>
            </a:extLst>
          </p:cNvPr>
          <p:cNvSpPr>
            <a:spLocks noGrp="1"/>
          </p:cNvSpPr>
          <p:nvPr>
            <p:ph idx="1"/>
          </p:nvPr>
        </p:nvSpPr>
        <p:spPr/>
        <p:txBody>
          <a:bodyPr/>
          <a:lstStyle/>
          <a:p>
            <a:r>
              <a:rPr lang="en-US" dirty="0"/>
              <a:t>JS</a:t>
            </a:r>
            <a:r>
              <a:rPr lang="tr-TR" dirty="0"/>
              <a:t> ilk sürümlerinden kalan bir hata nedeniyle </a:t>
            </a:r>
            <a:r>
              <a:rPr lang="tr-TR" b="1" dirty="0" err="1"/>
              <a:t>object</a:t>
            </a:r>
            <a:r>
              <a:rPr lang="tr-TR" dirty="0"/>
              <a:t> döner. Ama biz biliyoruz ki </a:t>
            </a:r>
            <a:r>
              <a:rPr lang="tr-TR" dirty="0" err="1"/>
              <a:t>null</a:t>
            </a:r>
            <a:r>
              <a:rPr lang="tr-TR" dirty="0"/>
              <a:t> aslında bir </a:t>
            </a:r>
            <a:r>
              <a:rPr lang="tr-TR" b="1" dirty="0" err="1"/>
              <a:t>Primitive</a:t>
            </a:r>
            <a:r>
              <a:rPr lang="tr-TR" dirty="0"/>
              <a:t> (İlkel) veri türüdür. Yani bu bir "yazılımsal hata" klasiğidir!</a:t>
            </a:r>
          </a:p>
        </p:txBody>
      </p:sp>
      <p:sp>
        <p:nvSpPr>
          <p:cNvPr id="4" name="Slide Number Placeholder 3">
            <a:extLst>
              <a:ext uri="{FF2B5EF4-FFF2-40B4-BE49-F238E27FC236}">
                <a16:creationId xmlns:a16="http://schemas.microsoft.com/office/drawing/2014/main" id="{9566D87F-BEF5-F3DC-996D-6C56078CFCB1}"/>
              </a:ext>
            </a:extLst>
          </p:cNvPr>
          <p:cNvSpPr>
            <a:spLocks noGrp="1"/>
          </p:cNvSpPr>
          <p:nvPr>
            <p:ph type="sldNum" sz="quarter" idx="12"/>
          </p:nvPr>
        </p:nvSpPr>
        <p:spPr/>
        <p:txBody>
          <a:bodyPr/>
          <a:lstStyle/>
          <a:p>
            <a:pPr>
              <a:defRPr/>
            </a:pPr>
            <a:fld id="{C2E76B57-1749-484A-BC30-43D176F9D50D}" type="slidenum">
              <a:rPr lang="tr-TR" altLang="en-US" smtClean="0"/>
              <a:pPr>
                <a:defRPr/>
              </a:pPr>
              <a:t>32</a:t>
            </a:fld>
            <a:endParaRPr lang="tr-TR" altLang="en-US"/>
          </a:p>
        </p:txBody>
      </p:sp>
      <p:pic>
        <p:nvPicPr>
          <p:cNvPr id="6" name="Picture 5">
            <a:extLst>
              <a:ext uri="{FF2B5EF4-FFF2-40B4-BE49-F238E27FC236}">
                <a16:creationId xmlns:a16="http://schemas.microsoft.com/office/drawing/2014/main" id="{E6D84F2C-76CC-492E-13FF-D71B09191989}"/>
              </a:ext>
            </a:extLst>
          </p:cNvPr>
          <p:cNvPicPr>
            <a:picLocks noChangeAspect="1"/>
          </p:cNvPicPr>
          <p:nvPr/>
        </p:nvPicPr>
        <p:blipFill>
          <a:blip r:embed="rId2"/>
          <a:stretch>
            <a:fillRect/>
          </a:stretch>
        </p:blipFill>
        <p:spPr>
          <a:xfrm>
            <a:off x="764880" y="3946254"/>
            <a:ext cx="7614239" cy="872058"/>
          </a:xfrm>
          <a:prstGeom prst="rect">
            <a:avLst/>
          </a:prstGeom>
        </p:spPr>
      </p:pic>
      <p:sp>
        <p:nvSpPr>
          <p:cNvPr id="7" name="TextBox 6">
            <a:extLst>
              <a:ext uri="{FF2B5EF4-FFF2-40B4-BE49-F238E27FC236}">
                <a16:creationId xmlns:a16="http://schemas.microsoft.com/office/drawing/2014/main" id="{B55535B2-B757-A726-0F44-9B5453D25B25}"/>
              </a:ext>
            </a:extLst>
          </p:cNvPr>
          <p:cNvSpPr txBox="1"/>
          <p:nvPr/>
        </p:nvSpPr>
        <p:spPr>
          <a:xfrm>
            <a:off x="137926" y="6323111"/>
            <a:ext cx="4451187" cy="307777"/>
          </a:xfrm>
          <a:prstGeom prst="rect">
            <a:avLst/>
          </a:prstGeom>
          <a:noFill/>
        </p:spPr>
        <p:txBody>
          <a:bodyPr wrap="square">
            <a:spAutoFit/>
          </a:bodyPr>
          <a:lstStyle/>
          <a:p>
            <a:r>
              <a:rPr lang="en-US" sz="1400" b="1" dirty="0"/>
              <a:t>KOD</a:t>
            </a:r>
            <a:r>
              <a:rPr lang="en-US" sz="1400" dirty="0"/>
              <a:t>: h2_sunum_kodlar &gt;&gt; 4-veri_turleri.html</a:t>
            </a:r>
            <a:endParaRPr lang="tr-TR" sz="1400" dirty="0"/>
          </a:p>
        </p:txBody>
      </p:sp>
    </p:spTree>
    <p:extLst>
      <p:ext uri="{BB962C8B-B14F-4D97-AF65-F5344CB8AC3E}">
        <p14:creationId xmlns:p14="http://schemas.microsoft.com/office/powerpoint/2010/main" val="1766046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D0EB38-030B-846C-6FC4-71784802FC28}"/>
              </a:ext>
            </a:extLst>
          </p:cNvPr>
          <p:cNvSpPr>
            <a:spLocks noGrp="1"/>
          </p:cNvSpPr>
          <p:nvPr>
            <p:ph type="title"/>
          </p:nvPr>
        </p:nvSpPr>
        <p:spPr/>
        <p:txBody>
          <a:bodyPr/>
          <a:lstStyle/>
          <a:p>
            <a:r>
              <a:rPr lang="en-US" dirty="0" err="1"/>
              <a:t>Sınıf</a:t>
            </a:r>
            <a:r>
              <a:rPr lang="en-US" dirty="0"/>
              <a:t> </a:t>
            </a:r>
            <a:r>
              <a:rPr lang="en-US" dirty="0" err="1"/>
              <a:t>Çalışması</a:t>
            </a:r>
            <a:endParaRPr lang="tr-TR" dirty="0"/>
          </a:p>
        </p:txBody>
      </p:sp>
      <p:sp>
        <p:nvSpPr>
          <p:cNvPr id="6" name="Content Placeholder 5">
            <a:extLst>
              <a:ext uri="{FF2B5EF4-FFF2-40B4-BE49-F238E27FC236}">
                <a16:creationId xmlns:a16="http://schemas.microsoft.com/office/drawing/2014/main" id="{4B8CD8F4-98F6-FCC3-CABE-A96FCD4B371D}"/>
              </a:ext>
            </a:extLst>
          </p:cNvPr>
          <p:cNvSpPr>
            <a:spLocks noGrp="1"/>
          </p:cNvSpPr>
          <p:nvPr>
            <p:ph sz="half" idx="1"/>
          </p:nvPr>
        </p:nvSpPr>
        <p:spPr/>
        <p:txBody>
          <a:bodyPr/>
          <a:lstStyle/>
          <a:p>
            <a:r>
              <a:rPr lang="en-US" dirty="0"/>
              <a:t>K</a:t>
            </a:r>
            <a:r>
              <a:rPr lang="tr-TR" dirty="0"/>
              <a:t>endi isim</a:t>
            </a:r>
            <a:r>
              <a:rPr lang="en-US" dirty="0"/>
              <a:t>, </a:t>
            </a:r>
            <a:r>
              <a:rPr lang="en-US" dirty="0" err="1"/>
              <a:t>soyad</a:t>
            </a:r>
            <a:r>
              <a:rPr lang="tr-TR" dirty="0"/>
              <a:t>, yaş ve öğrenci olup olmadı</a:t>
            </a:r>
            <a:r>
              <a:rPr lang="en-US" dirty="0" err="1"/>
              <a:t>ğınızı</a:t>
            </a:r>
            <a:r>
              <a:rPr lang="tr-TR" dirty="0"/>
              <a:t> içeren bir </a:t>
            </a:r>
            <a:r>
              <a:rPr lang="tr-TR" b="1" i="1" dirty="0" err="1"/>
              <a:t>ogrenci</a:t>
            </a:r>
            <a:r>
              <a:rPr lang="tr-TR" dirty="0"/>
              <a:t> objesi oluştur</a:t>
            </a:r>
            <a:r>
              <a:rPr lang="en-US" dirty="0"/>
              <a:t>un</a:t>
            </a:r>
            <a:r>
              <a:rPr lang="tr-TR" dirty="0"/>
              <a:t> ve </a:t>
            </a:r>
            <a:r>
              <a:rPr lang="tr-TR" b="1" dirty="0"/>
              <a:t>console.log </a:t>
            </a:r>
            <a:r>
              <a:rPr lang="tr-TR" dirty="0"/>
              <a:t>ile yazdır</a:t>
            </a:r>
          </a:p>
        </p:txBody>
      </p:sp>
      <p:pic>
        <p:nvPicPr>
          <p:cNvPr id="9" name="Content Placeholder 8">
            <a:extLst>
              <a:ext uri="{FF2B5EF4-FFF2-40B4-BE49-F238E27FC236}">
                <a16:creationId xmlns:a16="http://schemas.microsoft.com/office/drawing/2014/main" id="{23138FD0-1046-5617-2E71-50BDA3574A5A}"/>
              </a:ext>
            </a:extLst>
          </p:cNvPr>
          <p:cNvPicPr>
            <a:picLocks noGrp="1" noChangeAspect="1"/>
          </p:cNvPicPr>
          <p:nvPr>
            <p:ph sz="half" idx="2"/>
          </p:nvPr>
        </p:nvPicPr>
        <p:blipFill>
          <a:blip r:embed="rId2"/>
          <a:stretch>
            <a:fillRect/>
          </a:stretch>
        </p:blipFill>
        <p:spPr bwMode="auto">
          <a:xfrm>
            <a:off x="5076056" y="2013553"/>
            <a:ext cx="3371187" cy="239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15D937B3-08C9-723E-CAEA-EA0D243DFF8C}"/>
              </a:ext>
            </a:extLst>
          </p:cNvPr>
          <p:cNvSpPr>
            <a:spLocks noGrp="1"/>
          </p:cNvSpPr>
          <p:nvPr>
            <p:ph type="sldNum" sz="quarter" idx="12"/>
          </p:nvPr>
        </p:nvSpPr>
        <p:spPr/>
        <p:txBody>
          <a:bodyPr/>
          <a:lstStyle/>
          <a:p>
            <a:pPr>
              <a:defRPr/>
            </a:pPr>
            <a:fld id="{C2E76B57-1749-484A-BC30-43D176F9D50D}" type="slidenum">
              <a:rPr lang="tr-TR" altLang="en-US" smtClean="0"/>
              <a:pPr>
                <a:defRPr/>
              </a:pPr>
              <a:t>33</a:t>
            </a:fld>
            <a:endParaRPr lang="tr-TR" altLang="en-US"/>
          </a:p>
        </p:txBody>
      </p:sp>
      <p:pic>
        <p:nvPicPr>
          <p:cNvPr id="11" name="Picture 10">
            <a:extLst>
              <a:ext uri="{FF2B5EF4-FFF2-40B4-BE49-F238E27FC236}">
                <a16:creationId xmlns:a16="http://schemas.microsoft.com/office/drawing/2014/main" id="{4160D18A-643C-D983-7E65-047775CB9A94}"/>
              </a:ext>
            </a:extLst>
          </p:cNvPr>
          <p:cNvPicPr>
            <a:picLocks noChangeAspect="1"/>
          </p:cNvPicPr>
          <p:nvPr/>
        </p:nvPicPr>
        <p:blipFill>
          <a:blip r:embed="rId3"/>
          <a:stretch>
            <a:fillRect/>
          </a:stretch>
        </p:blipFill>
        <p:spPr>
          <a:xfrm>
            <a:off x="4176381" y="4668100"/>
            <a:ext cx="4753638" cy="1324160"/>
          </a:xfrm>
          <a:prstGeom prst="rect">
            <a:avLst/>
          </a:prstGeom>
        </p:spPr>
      </p:pic>
    </p:spTree>
    <p:extLst>
      <p:ext uri="{BB962C8B-B14F-4D97-AF65-F5344CB8AC3E}">
        <p14:creationId xmlns:p14="http://schemas.microsoft.com/office/powerpoint/2010/main" val="1121008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BC0C3E-5D31-474B-DB0D-D2866D04591C}"/>
              </a:ext>
            </a:extLst>
          </p:cNvPr>
          <p:cNvSpPr>
            <a:spLocks noGrp="1"/>
          </p:cNvSpPr>
          <p:nvPr>
            <p:ph type="title"/>
          </p:nvPr>
        </p:nvSpPr>
        <p:spPr/>
        <p:txBody>
          <a:bodyPr/>
          <a:lstStyle/>
          <a:p>
            <a:r>
              <a:rPr lang="en-US" dirty="0" err="1"/>
              <a:t>Operatörler</a:t>
            </a:r>
            <a:endParaRPr lang="tr-TR" dirty="0"/>
          </a:p>
        </p:txBody>
      </p:sp>
      <p:sp>
        <p:nvSpPr>
          <p:cNvPr id="7" name="Content Placeholder 6">
            <a:extLst>
              <a:ext uri="{FF2B5EF4-FFF2-40B4-BE49-F238E27FC236}">
                <a16:creationId xmlns:a16="http://schemas.microsoft.com/office/drawing/2014/main" id="{AA86EAD1-0E57-B8ED-4B3E-7FD7DBC9182F}"/>
              </a:ext>
            </a:extLst>
          </p:cNvPr>
          <p:cNvSpPr>
            <a:spLocks noGrp="1"/>
          </p:cNvSpPr>
          <p:nvPr>
            <p:ph idx="1"/>
          </p:nvPr>
        </p:nvSpPr>
        <p:spPr/>
        <p:txBody>
          <a:bodyPr/>
          <a:lstStyle/>
          <a:p>
            <a:endParaRPr lang="tr-TR"/>
          </a:p>
        </p:txBody>
      </p:sp>
      <p:sp>
        <p:nvSpPr>
          <p:cNvPr id="5" name="Slide Number Placeholder 4">
            <a:extLst>
              <a:ext uri="{FF2B5EF4-FFF2-40B4-BE49-F238E27FC236}">
                <a16:creationId xmlns:a16="http://schemas.microsoft.com/office/drawing/2014/main" id="{B45E36A7-4ACD-43B7-9972-BF07CF00EC33}"/>
              </a:ext>
            </a:extLst>
          </p:cNvPr>
          <p:cNvSpPr>
            <a:spLocks noGrp="1"/>
          </p:cNvSpPr>
          <p:nvPr>
            <p:ph type="sldNum" sz="quarter" idx="12"/>
          </p:nvPr>
        </p:nvSpPr>
        <p:spPr/>
        <p:txBody>
          <a:bodyPr/>
          <a:lstStyle/>
          <a:p>
            <a:pPr>
              <a:defRPr/>
            </a:pPr>
            <a:fld id="{36F56FD2-7595-4018-8F18-DCE15FFDB08C}" type="slidenum">
              <a:rPr lang="tr-TR" altLang="en-US" smtClean="0"/>
              <a:pPr>
                <a:defRPr/>
              </a:pPr>
              <a:t>34</a:t>
            </a:fld>
            <a:endParaRPr lang="tr-TR" altLang="en-US"/>
          </a:p>
        </p:txBody>
      </p:sp>
      <p:pic>
        <p:nvPicPr>
          <p:cNvPr id="9" name="Picture 8">
            <a:extLst>
              <a:ext uri="{FF2B5EF4-FFF2-40B4-BE49-F238E27FC236}">
                <a16:creationId xmlns:a16="http://schemas.microsoft.com/office/drawing/2014/main" id="{BE54FF3D-DC5E-9213-29F7-6B0C5A96A640}"/>
              </a:ext>
            </a:extLst>
          </p:cNvPr>
          <p:cNvPicPr>
            <a:picLocks noChangeAspect="1"/>
          </p:cNvPicPr>
          <p:nvPr/>
        </p:nvPicPr>
        <p:blipFill>
          <a:blip r:embed="rId2"/>
          <a:stretch>
            <a:fillRect/>
          </a:stretch>
        </p:blipFill>
        <p:spPr>
          <a:xfrm>
            <a:off x="4558698" y="481534"/>
            <a:ext cx="3151039" cy="936104"/>
          </a:xfrm>
          <a:prstGeom prst="rect">
            <a:avLst/>
          </a:prstGeom>
        </p:spPr>
      </p:pic>
    </p:spTree>
    <p:extLst>
      <p:ext uri="{BB962C8B-B14F-4D97-AF65-F5344CB8AC3E}">
        <p14:creationId xmlns:p14="http://schemas.microsoft.com/office/powerpoint/2010/main" val="1743688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8A53F4D-A5F2-8B8A-8480-A08F3003148F}"/>
              </a:ext>
            </a:extLst>
          </p:cNvPr>
          <p:cNvSpPr>
            <a:spLocks noGrp="1" noChangeArrowheads="1"/>
          </p:cNvSpPr>
          <p:nvPr>
            <p:ph type="title"/>
          </p:nvPr>
        </p:nvSpPr>
        <p:spPr/>
        <p:txBody>
          <a:bodyPr/>
          <a:lstStyle/>
          <a:p>
            <a:pPr eaLnBrk="1" hangingPunct="1"/>
            <a:r>
              <a:rPr lang="tr-TR" altLang="tr-TR" sz="3200"/>
              <a:t>Javascript</a:t>
            </a:r>
          </a:p>
        </p:txBody>
      </p:sp>
      <p:sp>
        <p:nvSpPr>
          <p:cNvPr id="16387" name="Line 4">
            <a:extLst>
              <a:ext uri="{FF2B5EF4-FFF2-40B4-BE49-F238E27FC236}">
                <a16:creationId xmlns:a16="http://schemas.microsoft.com/office/drawing/2014/main" id="{4907A7B1-F218-D7B0-39DA-71786A521225}"/>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aphicFrame>
        <p:nvGraphicFramePr>
          <p:cNvPr id="48310" name="Group 182">
            <a:extLst>
              <a:ext uri="{FF2B5EF4-FFF2-40B4-BE49-F238E27FC236}">
                <a16:creationId xmlns:a16="http://schemas.microsoft.com/office/drawing/2014/main" id="{ED7F6AB5-9377-6212-1126-BBF6F7F76DE0}"/>
              </a:ext>
            </a:extLst>
          </p:cNvPr>
          <p:cNvGraphicFramePr>
            <a:graphicFrameLocks noGrp="1"/>
          </p:cNvGraphicFramePr>
          <p:nvPr/>
        </p:nvGraphicFramePr>
        <p:xfrm>
          <a:off x="395288" y="1700213"/>
          <a:ext cx="8280400" cy="4846637"/>
        </p:xfrm>
        <a:graphic>
          <a:graphicData uri="http://schemas.openxmlformats.org/drawingml/2006/table">
            <a:tbl>
              <a:tblPr/>
              <a:tblGrid>
                <a:gridCol w="2760662">
                  <a:extLst>
                    <a:ext uri="{9D8B030D-6E8A-4147-A177-3AD203B41FA5}">
                      <a16:colId xmlns:a16="http://schemas.microsoft.com/office/drawing/2014/main" val="20000"/>
                    </a:ext>
                  </a:extLst>
                </a:gridCol>
                <a:gridCol w="2759075">
                  <a:extLst>
                    <a:ext uri="{9D8B030D-6E8A-4147-A177-3AD203B41FA5}">
                      <a16:colId xmlns:a16="http://schemas.microsoft.com/office/drawing/2014/main" val="20001"/>
                    </a:ext>
                  </a:extLst>
                </a:gridCol>
                <a:gridCol w="2760663">
                  <a:extLst>
                    <a:ext uri="{9D8B030D-6E8A-4147-A177-3AD203B41FA5}">
                      <a16:colId xmlns:a16="http://schemas.microsoft.com/office/drawing/2014/main" val="20002"/>
                    </a:ext>
                  </a:extLst>
                </a:gridCol>
              </a:tblGrid>
              <a:tr h="365784">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altLang="tr-TR" sz="18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Operatörler</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tabLst>
                          <a:tab pos="2514600" algn="l"/>
                        </a:tabLst>
                        <a:defRPr sz="2600">
                          <a:solidFill>
                            <a:schemeClr val="tx1"/>
                          </a:solidFill>
                          <a:latin typeface="Arial" panose="020B0604020202020204" pitchFamily="34" charset="0"/>
                        </a:defRPr>
                      </a:lvl1pPr>
                      <a:lvl2pPr>
                        <a:spcBef>
                          <a:spcPct val="20000"/>
                        </a:spcBef>
                        <a:buClr>
                          <a:schemeClr val="accent2"/>
                        </a:buClr>
                        <a:buSzPct val="70000"/>
                        <a:buFont typeface="Wingdings" panose="05000000000000000000" pitchFamily="2" charset="2"/>
                        <a:tabLst>
                          <a:tab pos="2514600" algn="l"/>
                        </a:tabLst>
                        <a:defRPr sz="2200">
                          <a:solidFill>
                            <a:schemeClr val="tx1"/>
                          </a:solidFill>
                          <a:latin typeface="Arial" panose="020B0604020202020204" pitchFamily="34" charset="0"/>
                        </a:defRPr>
                      </a:lvl2pPr>
                      <a:lvl3pPr>
                        <a:spcBef>
                          <a:spcPct val="20000"/>
                        </a:spcBef>
                        <a:buClr>
                          <a:schemeClr val="accent1"/>
                        </a:buClr>
                        <a:buSzPct val="70000"/>
                        <a:buFont typeface="Wingdings" panose="05000000000000000000" pitchFamily="2" charset="2"/>
                        <a:tabLst>
                          <a:tab pos="2514600" algn="l"/>
                        </a:tabLst>
                        <a:defRPr sz="2100">
                          <a:solidFill>
                            <a:schemeClr val="tx1"/>
                          </a:solidFill>
                          <a:latin typeface="Arial" panose="020B0604020202020204" pitchFamily="34" charset="0"/>
                        </a:defRPr>
                      </a:lvl3pPr>
                      <a:lvl4pPr>
                        <a:spcBef>
                          <a:spcPct val="20000"/>
                        </a:spcBef>
                        <a:buClr>
                          <a:schemeClr val="tx2"/>
                        </a:buClr>
                        <a:buSzPct val="75000"/>
                        <a:buFont typeface="Wingdings" panose="05000000000000000000" pitchFamily="2" charset="2"/>
                        <a:tabLst>
                          <a:tab pos="2514600" algn="l"/>
                        </a:tabLst>
                        <a:defRPr>
                          <a:solidFill>
                            <a:schemeClr val="tx1"/>
                          </a:solidFill>
                          <a:latin typeface="Arial" panose="020B0604020202020204" pitchFamily="34" charset="0"/>
                        </a:defRPr>
                      </a:lvl4pPr>
                      <a:lvl5pPr>
                        <a:spcBef>
                          <a:spcPct val="20000"/>
                        </a:spcBef>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5pPr>
                      <a:lvl6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6pPr>
                      <a:lvl7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7pPr>
                      <a:lvl8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8pPr>
                      <a:lvl9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514600" algn="l"/>
                        </a:tabLst>
                      </a:pPr>
                      <a:r>
                        <a:rPr kumimoji="0" lang="tr-TR" altLang="tr-TR" sz="18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Karşılaştırma İşlemleri </a:t>
                      </a:r>
                      <a:endParaRPr kumimoji="0" lang="tr-TR" altLang="tr-TR" sz="1800" b="0" i="0" u="none" strike="noStrike" cap="none" normalizeH="0" baseline="0">
                        <a:ln>
                          <a:noFill/>
                        </a:ln>
                        <a:solidFill>
                          <a:schemeClr val="tx1"/>
                        </a:solidFill>
                        <a:effectLst/>
                        <a:latin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altLang="tr-TR" sz="18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Mantıksal İşleçler</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80853">
                <a:tc>
                  <a:txBody>
                    <a:bodyPr/>
                    <a:lstStyle>
                      <a:lvl1pPr>
                        <a:spcBef>
                          <a:spcPct val="20000"/>
                        </a:spcBef>
                        <a:buClr>
                          <a:schemeClr val="tx2"/>
                        </a:buClr>
                        <a:buSzPct val="70000"/>
                        <a:buFont typeface="Wingdings" panose="05000000000000000000" pitchFamily="2" charset="2"/>
                        <a:tabLst>
                          <a:tab pos="2514600" algn="l"/>
                        </a:tabLst>
                        <a:defRPr sz="2600">
                          <a:solidFill>
                            <a:schemeClr val="tx1"/>
                          </a:solidFill>
                          <a:latin typeface="Arial" panose="020B0604020202020204" pitchFamily="34" charset="0"/>
                        </a:defRPr>
                      </a:lvl1pPr>
                      <a:lvl2pPr>
                        <a:spcBef>
                          <a:spcPct val="20000"/>
                        </a:spcBef>
                        <a:buClr>
                          <a:schemeClr val="accent2"/>
                        </a:buClr>
                        <a:buSzPct val="70000"/>
                        <a:buFont typeface="Wingdings" panose="05000000000000000000" pitchFamily="2" charset="2"/>
                        <a:tabLst>
                          <a:tab pos="2514600" algn="l"/>
                        </a:tabLst>
                        <a:defRPr sz="2200">
                          <a:solidFill>
                            <a:schemeClr val="tx1"/>
                          </a:solidFill>
                          <a:latin typeface="Arial" panose="020B0604020202020204" pitchFamily="34" charset="0"/>
                        </a:defRPr>
                      </a:lvl2pPr>
                      <a:lvl3pPr>
                        <a:spcBef>
                          <a:spcPct val="20000"/>
                        </a:spcBef>
                        <a:buClr>
                          <a:schemeClr val="accent1"/>
                        </a:buClr>
                        <a:buSzPct val="70000"/>
                        <a:buFont typeface="Wingdings" panose="05000000000000000000" pitchFamily="2" charset="2"/>
                        <a:tabLst>
                          <a:tab pos="2514600" algn="l"/>
                        </a:tabLst>
                        <a:defRPr sz="2100">
                          <a:solidFill>
                            <a:schemeClr val="tx1"/>
                          </a:solidFill>
                          <a:latin typeface="Arial" panose="020B0604020202020204" pitchFamily="34" charset="0"/>
                        </a:defRPr>
                      </a:lvl3pPr>
                      <a:lvl4pPr>
                        <a:spcBef>
                          <a:spcPct val="20000"/>
                        </a:spcBef>
                        <a:buClr>
                          <a:schemeClr val="tx2"/>
                        </a:buClr>
                        <a:buSzPct val="75000"/>
                        <a:buFont typeface="Wingdings" panose="05000000000000000000" pitchFamily="2" charset="2"/>
                        <a:tabLst>
                          <a:tab pos="2514600" algn="l"/>
                        </a:tabLst>
                        <a:defRPr>
                          <a:solidFill>
                            <a:schemeClr val="tx1"/>
                          </a:solidFill>
                          <a:latin typeface="Arial" panose="020B0604020202020204" pitchFamily="34" charset="0"/>
                        </a:defRPr>
                      </a:lvl4pPr>
                      <a:lvl5pPr>
                        <a:spcBef>
                          <a:spcPct val="20000"/>
                        </a:spcBef>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5pPr>
                      <a:lvl6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6pPr>
                      <a:lvl7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7pPr>
                      <a:lvl8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8pPr>
                      <a:lvl9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514600" algn="l"/>
                        </a:tabLst>
                      </a:pP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Toplama</a:t>
                      </a:r>
                      <a:endParaRPr kumimoji="0" lang="tr-TR" altLang="tr-T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514600" algn="l"/>
                        </a:tabLst>
                      </a:pP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Çıkarma</a:t>
                      </a:r>
                      <a:endParaRPr kumimoji="0" lang="tr-TR" altLang="tr-T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514600" algn="l"/>
                        </a:tabLst>
                      </a:pP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Çarpma</a:t>
                      </a:r>
                      <a:endParaRPr kumimoji="0" lang="tr-TR" altLang="tr-T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514600" algn="l"/>
                        </a:tabLst>
                      </a:pP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Bölme</a:t>
                      </a:r>
                      <a:endParaRPr kumimoji="0" lang="tr-TR" altLang="tr-T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514600" algn="l"/>
                        </a:tabLst>
                      </a:pP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bölmeden sonra kalan   (Örneğin: 12%5 işlemi 2 değerini verir.) </a:t>
                      </a:r>
                      <a:endParaRPr kumimoji="0" lang="tr-TR" altLang="tr-T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514600" algn="l"/>
                        </a:tabLst>
                      </a:pP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Bir artırma</a:t>
                      </a:r>
                      <a:endParaRPr kumimoji="0" lang="tr-TR" altLang="tr-T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514600" algn="l"/>
                        </a:tabLst>
                      </a:pP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Bir azaltma.</a:t>
                      </a:r>
                      <a:endParaRPr kumimoji="0" lang="tr-TR" altLang="tr-TR" sz="1800" b="0" i="0" u="none" strike="noStrike" cap="none" normalizeH="0" baseline="0">
                        <a:ln>
                          <a:noFill/>
                        </a:ln>
                        <a:solidFill>
                          <a:schemeClr val="tx1"/>
                        </a:solidFill>
                        <a:effectLst/>
                        <a:latin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tabLst>
                          <a:tab pos="2514600" algn="l"/>
                        </a:tabLst>
                        <a:defRPr sz="2600">
                          <a:solidFill>
                            <a:schemeClr val="tx1"/>
                          </a:solidFill>
                          <a:latin typeface="Arial" panose="020B0604020202020204" pitchFamily="34" charset="0"/>
                        </a:defRPr>
                      </a:lvl1pPr>
                      <a:lvl2pPr>
                        <a:spcBef>
                          <a:spcPct val="20000"/>
                        </a:spcBef>
                        <a:buClr>
                          <a:schemeClr val="accent2"/>
                        </a:buClr>
                        <a:buSzPct val="70000"/>
                        <a:buFont typeface="Wingdings" panose="05000000000000000000" pitchFamily="2" charset="2"/>
                        <a:tabLst>
                          <a:tab pos="2514600" algn="l"/>
                        </a:tabLst>
                        <a:defRPr sz="2200">
                          <a:solidFill>
                            <a:schemeClr val="tx1"/>
                          </a:solidFill>
                          <a:latin typeface="Arial" panose="020B0604020202020204" pitchFamily="34" charset="0"/>
                        </a:defRPr>
                      </a:lvl2pPr>
                      <a:lvl3pPr>
                        <a:spcBef>
                          <a:spcPct val="20000"/>
                        </a:spcBef>
                        <a:buClr>
                          <a:schemeClr val="accent1"/>
                        </a:buClr>
                        <a:buSzPct val="70000"/>
                        <a:buFont typeface="Wingdings" panose="05000000000000000000" pitchFamily="2" charset="2"/>
                        <a:tabLst>
                          <a:tab pos="2514600" algn="l"/>
                        </a:tabLst>
                        <a:defRPr sz="2100">
                          <a:solidFill>
                            <a:schemeClr val="tx1"/>
                          </a:solidFill>
                          <a:latin typeface="Arial" panose="020B0604020202020204" pitchFamily="34" charset="0"/>
                        </a:defRPr>
                      </a:lvl3pPr>
                      <a:lvl4pPr>
                        <a:spcBef>
                          <a:spcPct val="20000"/>
                        </a:spcBef>
                        <a:buClr>
                          <a:schemeClr val="tx2"/>
                        </a:buClr>
                        <a:buSzPct val="75000"/>
                        <a:buFont typeface="Wingdings" panose="05000000000000000000" pitchFamily="2" charset="2"/>
                        <a:tabLst>
                          <a:tab pos="2514600" algn="l"/>
                        </a:tabLst>
                        <a:defRPr>
                          <a:solidFill>
                            <a:schemeClr val="tx1"/>
                          </a:solidFill>
                          <a:latin typeface="Arial" panose="020B0604020202020204" pitchFamily="34" charset="0"/>
                        </a:defRPr>
                      </a:lvl4pPr>
                      <a:lvl5pPr>
                        <a:spcBef>
                          <a:spcPct val="20000"/>
                        </a:spcBef>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5pPr>
                      <a:lvl6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6pPr>
                      <a:lvl7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7pPr>
                      <a:lvl8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8pPr>
                      <a:lvl9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514600" algn="l"/>
                        </a:tabLst>
                      </a:pP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İstenenler eşitse true döndürür</a:t>
                      </a: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Eşit değil</a:t>
                      </a: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&gt; : Büyüktür</a:t>
                      </a: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&lt; : Küçüktür</a:t>
                      </a: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&gt;= : Büyük Eşit</a:t>
                      </a: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&lt;= : Küçük Eşit</a:t>
                      </a:r>
                      <a:endParaRPr kumimoji="0" lang="tr-TR" altLang="tr-TR" sz="1800" b="0" i="0" u="none" strike="noStrike" cap="none" normalizeH="0" baseline="0">
                        <a:ln>
                          <a:noFill/>
                        </a:ln>
                        <a:solidFill>
                          <a:schemeClr val="tx1"/>
                        </a:solidFill>
                        <a:effectLst/>
                        <a:latin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tabLst>
                          <a:tab pos="2514600" algn="l"/>
                        </a:tabLst>
                        <a:defRPr sz="2600">
                          <a:solidFill>
                            <a:schemeClr val="tx1"/>
                          </a:solidFill>
                          <a:latin typeface="Arial" panose="020B0604020202020204" pitchFamily="34" charset="0"/>
                        </a:defRPr>
                      </a:lvl1pPr>
                      <a:lvl2pPr>
                        <a:spcBef>
                          <a:spcPct val="20000"/>
                        </a:spcBef>
                        <a:buClr>
                          <a:schemeClr val="accent2"/>
                        </a:buClr>
                        <a:buSzPct val="70000"/>
                        <a:buFont typeface="Wingdings" panose="05000000000000000000" pitchFamily="2" charset="2"/>
                        <a:tabLst>
                          <a:tab pos="2514600" algn="l"/>
                        </a:tabLst>
                        <a:defRPr sz="2200">
                          <a:solidFill>
                            <a:schemeClr val="tx1"/>
                          </a:solidFill>
                          <a:latin typeface="Arial" panose="020B0604020202020204" pitchFamily="34" charset="0"/>
                        </a:defRPr>
                      </a:lvl2pPr>
                      <a:lvl3pPr>
                        <a:spcBef>
                          <a:spcPct val="20000"/>
                        </a:spcBef>
                        <a:buClr>
                          <a:schemeClr val="accent1"/>
                        </a:buClr>
                        <a:buSzPct val="70000"/>
                        <a:buFont typeface="Wingdings" panose="05000000000000000000" pitchFamily="2" charset="2"/>
                        <a:tabLst>
                          <a:tab pos="2514600" algn="l"/>
                        </a:tabLst>
                        <a:defRPr sz="2100">
                          <a:solidFill>
                            <a:schemeClr val="tx1"/>
                          </a:solidFill>
                          <a:latin typeface="Arial" panose="020B0604020202020204" pitchFamily="34" charset="0"/>
                        </a:defRPr>
                      </a:lvl3pPr>
                      <a:lvl4pPr>
                        <a:spcBef>
                          <a:spcPct val="20000"/>
                        </a:spcBef>
                        <a:buClr>
                          <a:schemeClr val="tx2"/>
                        </a:buClr>
                        <a:buSzPct val="75000"/>
                        <a:buFont typeface="Wingdings" panose="05000000000000000000" pitchFamily="2" charset="2"/>
                        <a:tabLst>
                          <a:tab pos="2514600" algn="l"/>
                        </a:tabLst>
                        <a:defRPr>
                          <a:solidFill>
                            <a:schemeClr val="tx1"/>
                          </a:solidFill>
                          <a:latin typeface="Arial" panose="020B0604020202020204" pitchFamily="34" charset="0"/>
                        </a:defRPr>
                      </a:lvl4pPr>
                      <a:lvl5pPr>
                        <a:spcBef>
                          <a:spcPct val="20000"/>
                        </a:spcBef>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5pPr>
                      <a:lvl6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6pPr>
                      <a:lvl7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7pPr>
                      <a:lvl8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8pPr>
                      <a:lvl9pPr fontAlgn="base">
                        <a:spcBef>
                          <a:spcPct val="20000"/>
                        </a:spcBef>
                        <a:spcAft>
                          <a:spcPct val="0"/>
                        </a:spcAft>
                        <a:buClr>
                          <a:schemeClr val="folHlink"/>
                        </a:buClr>
                        <a:buSzPct val="80000"/>
                        <a:buFont typeface="Wingdings" panose="05000000000000000000" pitchFamily="2" charset="2"/>
                        <a:tabLst>
                          <a:tab pos="2514600" algn="l"/>
                        </a:tabLs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514600" algn="l"/>
                        </a:tabLst>
                      </a:pP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&amp;&amp;:  ve "And" - İki ifade de doğruysa True döndürür onun dışında false döndürür</a:t>
                      </a: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veya - "Or" İfadelerden birisi doğruysa True döndürür. Sadece iki ifade de false oldugunda false dödürür.</a:t>
                      </a: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b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br>
                      <a:r>
                        <a:rPr kumimoji="0" lang="tr-TR" altLang="tr-TR" sz="18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  Degil - "Not" Negatifleştirme işlemi doğruysa True döndürür. true ise false, false ise true yapar</a:t>
                      </a:r>
                      <a:endParaRPr kumimoji="0" lang="tr-TR" altLang="tr-TR" sz="1800" b="0" i="0" u="none" strike="noStrike" cap="none" normalizeH="0" baseline="0">
                        <a:ln>
                          <a:noFill/>
                        </a:ln>
                        <a:solidFill>
                          <a:schemeClr val="tx1"/>
                        </a:solidFill>
                        <a:effectLst/>
                        <a:latin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6402" name="Rectangle 179">
            <a:extLst>
              <a:ext uri="{FF2B5EF4-FFF2-40B4-BE49-F238E27FC236}">
                <a16:creationId xmlns:a16="http://schemas.microsoft.com/office/drawing/2014/main" id="{A5F97658-BA0D-B98F-D3B0-1B015D67CEFF}"/>
              </a:ext>
            </a:extLst>
          </p:cNvPr>
          <p:cNvSpPr>
            <a:spLocks noChangeArrowheads="1"/>
          </p:cNvSpPr>
          <p:nvPr/>
        </p:nvSpPr>
        <p:spPr bwMode="auto">
          <a:xfrm>
            <a:off x="0" y="5072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2514600" algn="l"/>
              </a:tabLst>
              <a:defRPr>
                <a:solidFill>
                  <a:schemeClr val="tx1"/>
                </a:solidFill>
                <a:latin typeface="Arial" panose="020B0604020202020204" pitchFamily="34" charset="0"/>
              </a:defRPr>
            </a:lvl1pPr>
            <a:lvl2pPr marL="742950" indent="-285750">
              <a:tabLst>
                <a:tab pos="2514600" algn="l"/>
              </a:tabLst>
              <a:defRPr>
                <a:solidFill>
                  <a:schemeClr val="tx1"/>
                </a:solidFill>
                <a:latin typeface="Arial" panose="020B0604020202020204" pitchFamily="34" charset="0"/>
              </a:defRPr>
            </a:lvl2pPr>
            <a:lvl3pPr marL="1143000" indent="-228600">
              <a:tabLst>
                <a:tab pos="2514600" algn="l"/>
              </a:tabLst>
              <a:defRPr>
                <a:solidFill>
                  <a:schemeClr val="tx1"/>
                </a:solidFill>
                <a:latin typeface="Arial" panose="020B0604020202020204" pitchFamily="34" charset="0"/>
              </a:defRPr>
            </a:lvl3pPr>
            <a:lvl4pPr marL="1600200" indent="-228600">
              <a:tabLst>
                <a:tab pos="2514600" algn="l"/>
              </a:tabLst>
              <a:defRPr>
                <a:solidFill>
                  <a:schemeClr val="tx1"/>
                </a:solidFill>
                <a:latin typeface="Arial" panose="020B0604020202020204" pitchFamily="34" charset="0"/>
              </a:defRPr>
            </a:lvl4pPr>
            <a:lvl5pPr marL="2057400" indent="-228600">
              <a:tabLst>
                <a:tab pos="25146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5146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5146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5146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514600" algn="l"/>
              </a:tabLst>
              <a:defRPr>
                <a:solidFill>
                  <a:schemeClr val="tx1"/>
                </a:solidFill>
                <a:latin typeface="Arial" panose="020B0604020202020204" pitchFamily="34" charset="0"/>
              </a:defRPr>
            </a:lvl9pPr>
          </a:lstStyle>
          <a:p>
            <a:pPr eaLnBrk="1" hangingPunct="1"/>
            <a:endParaRPr lang="tr-TR" altLang="tr-TR"/>
          </a:p>
        </p:txBody>
      </p:sp>
      <p:sp>
        <p:nvSpPr>
          <p:cNvPr id="2" name="Slide Number Placeholder 1">
            <a:extLst>
              <a:ext uri="{FF2B5EF4-FFF2-40B4-BE49-F238E27FC236}">
                <a16:creationId xmlns:a16="http://schemas.microsoft.com/office/drawing/2014/main" id="{09044C03-C5E2-379B-04B3-27BF7F8C1042}"/>
              </a:ext>
            </a:extLst>
          </p:cNvPr>
          <p:cNvSpPr>
            <a:spLocks noGrp="1"/>
          </p:cNvSpPr>
          <p:nvPr>
            <p:ph type="sldNum" sz="quarter" idx="12"/>
          </p:nvPr>
        </p:nvSpPr>
        <p:spPr/>
        <p:txBody>
          <a:bodyPr/>
          <a:lstStyle/>
          <a:p>
            <a:pPr>
              <a:defRPr/>
            </a:pPr>
            <a:fld id="{4B1C8322-D6B7-46FC-8ECA-2025FA20BE6D}" type="slidenum">
              <a:rPr lang="tr-TR" altLang="en-US" smtClean="0"/>
              <a:pPr>
                <a:defRPr/>
              </a:pPr>
              <a:t>35</a:t>
            </a:fld>
            <a:endParaRPr lang="tr-T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84D6796-9D0A-87D1-1FCD-5CEFB14D00F2}"/>
              </a:ext>
            </a:extLst>
          </p:cNvPr>
          <p:cNvSpPr>
            <a:spLocks noGrp="1" noChangeArrowheads="1"/>
          </p:cNvSpPr>
          <p:nvPr>
            <p:ph type="title"/>
          </p:nvPr>
        </p:nvSpPr>
        <p:spPr/>
        <p:txBody>
          <a:bodyPr/>
          <a:lstStyle/>
          <a:p>
            <a:pPr eaLnBrk="1" hangingPunct="1"/>
            <a:r>
              <a:rPr lang="tr-TR" altLang="tr-TR" sz="3200"/>
              <a:t>Javascript-Sayfaya yazı yazmak</a:t>
            </a:r>
          </a:p>
        </p:txBody>
      </p:sp>
      <p:sp>
        <p:nvSpPr>
          <p:cNvPr id="19459" name="Rectangle 3">
            <a:extLst>
              <a:ext uri="{FF2B5EF4-FFF2-40B4-BE49-F238E27FC236}">
                <a16:creationId xmlns:a16="http://schemas.microsoft.com/office/drawing/2014/main" id="{CA005AC4-9223-E424-3A81-456BEB853679}"/>
              </a:ext>
            </a:extLst>
          </p:cNvPr>
          <p:cNvSpPr>
            <a:spLocks noGrp="1" noChangeArrowheads="1"/>
          </p:cNvSpPr>
          <p:nvPr>
            <p:ph type="body" idx="1"/>
          </p:nvPr>
        </p:nvSpPr>
        <p:spPr>
          <a:xfrm>
            <a:off x="457200" y="1719263"/>
            <a:ext cx="8229600" cy="4805362"/>
          </a:xfrm>
        </p:spPr>
        <p:txBody>
          <a:bodyPr/>
          <a:lstStyle/>
          <a:p>
            <a:pPr lvl="1" eaLnBrk="1" hangingPunct="1"/>
            <a:r>
              <a:rPr lang="tr-TR" altLang="tr-TR" dirty="0"/>
              <a:t>JavaScript kullanarak ekrana yazı yazdırmak </a:t>
            </a:r>
            <a:r>
              <a:rPr lang="tr-TR" altLang="tr-TR" dirty="0" err="1"/>
              <a:t>document.write</a:t>
            </a:r>
            <a:r>
              <a:rPr lang="tr-TR" altLang="tr-TR" dirty="0"/>
              <a:t> komutu ile yapılır. </a:t>
            </a:r>
          </a:p>
          <a:p>
            <a:pPr lvl="1" eaLnBrk="1" hangingPunct="1"/>
            <a:endParaRPr lang="tr-TR" altLang="tr-TR" dirty="0"/>
          </a:p>
          <a:p>
            <a:pPr lvl="2" eaLnBrk="1" hangingPunct="1">
              <a:buFont typeface="Wingdings" panose="05000000000000000000" pitchFamily="2" charset="2"/>
              <a:buNone/>
            </a:pPr>
            <a:r>
              <a:rPr lang="tr-TR" altLang="tr-TR" dirty="0"/>
              <a:t>Kullanım şekli:  </a:t>
            </a:r>
            <a:endParaRPr lang="en-US" altLang="tr-TR" dirty="0"/>
          </a:p>
          <a:p>
            <a:pPr lvl="2" eaLnBrk="1" hangingPunct="1">
              <a:buFont typeface="Wingdings" panose="05000000000000000000" pitchFamily="2" charset="2"/>
              <a:buNone/>
            </a:pPr>
            <a:endParaRPr lang="en-US" altLang="tr-TR" sz="2000" dirty="0"/>
          </a:p>
          <a:p>
            <a:pPr lvl="2" eaLnBrk="1" hangingPunct="1">
              <a:buFont typeface="Wingdings" panose="05000000000000000000" pitchFamily="2" charset="2"/>
              <a:buNone/>
            </a:pPr>
            <a:endParaRPr lang="en-US" altLang="tr-TR" sz="2000" dirty="0"/>
          </a:p>
          <a:p>
            <a:pPr lvl="2" eaLnBrk="1" hangingPunct="1">
              <a:buFont typeface="Wingdings" panose="05000000000000000000" pitchFamily="2" charset="2"/>
              <a:buNone/>
            </a:pPr>
            <a:endParaRPr lang="en-US" altLang="tr-TR" sz="2000" dirty="0"/>
          </a:p>
          <a:p>
            <a:pPr lvl="2" eaLnBrk="1" hangingPunct="1">
              <a:buFont typeface="Wingdings" panose="05000000000000000000" pitchFamily="2" charset="2"/>
              <a:buNone/>
            </a:pPr>
            <a:endParaRPr lang="en-US" altLang="tr-TR" sz="2000" dirty="0"/>
          </a:p>
          <a:p>
            <a:pPr lvl="2" eaLnBrk="1" hangingPunct="1">
              <a:buFont typeface="Wingdings" panose="05000000000000000000" pitchFamily="2" charset="2"/>
              <a:buNone/>
            </a:pPr>
            <a:r>
              <a:rPr lang="tr-TR" altLang="tr-TR" sz="2000" dirty="0"/>
              <a:t>Değişkenler çift tırnak içerisinde yazılmazlar. </a:t>
            </a:r>
            <a:endParaRPr lang="en-US" altLang="tr-TR" sz="2000" dirty="0"/>
          </a:p>
          <a:p>
            <a:pPr lvl="2" eaLnBrk="1" hangingPunct="1">
              <a:buFont typeface="Wingdings" panose="05000000000000000000" pitchFamily="2" charset="2"/>
              <a:buNone/>
            </a:pPr>
            <a:r>
              <a:rPr lang="tr-TR" altLang="tr-TR" sz="2000" dirty="0"/>
              <a:t>Sadece görüntülenmek istenenler çift tırnak içerisinde yazılır</a:t>
            </a:r>
            <a:endParaRPr lang="tr-TR" altLang="tr-TR" dirty="0"/>
          </a:p>
          <a:p>
            <a:pPr lvl="2" eaLnBrk="1" hangingPunct="1">
              <a:buFont typeface="Wingdings" panose="05000000000000000000" pitchFamily="2" charset="2"/>
              <a:buNone/>
            </a:pPr>
            <a:endParaRPr lang="tr-TR" altLang="tr-TR" dirty="0"/>
          </a:p>
        </p:txBody>
      </p:sp>
      <p:sp>
        <p:nvSpPr>
          <p:cNvPr id="19460" name="Line 4">
            <a:extLst>
              <a:ext uri="{FF2B5EF4-FFF2-40B4-BE49-F238E27FC236}">
                <a16:creationId xmlns:a16="http://schemas.microsoft.com/office/drawing/2014/main" id="{13116C2F-5211-8E07-636F-835846E2DBF0}"/>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9461" name="Rectangle 6">
            <a:extLst>
              <a:ext uri="{FF2B5EF4-FFF2-40B4-BE49-F238E27FC236}">
                <a16:creationId xmlns:a16="http://schemas.microsoft.com/office/drawing/2014/main" id="{898546E5-49EA-8C83-030A-F101F9AA838F}"/>
              </a:ext>
            </a:extLst>
          </p:cNvPr>
          <p:cNvSpPr>
            <a:spLocks noChangeArrowheads="1"/>
          </p:cNvSpPr>
          <p:nvPr/>
        </p:nvSpPr>
        <p:spPr bwMode="auto">
          <a:xfrm>
            <a:off x="827584" y="3645024"/>
            <a:ext cx="842518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tr-TR" altLang="tr-TR" b="1" dirty="0" err="1">
                <a:latin typeface="Consolas" panose="020B0609020204030204" pitchFamily="49" charset="0"/>
              </a:rPr>
              <a:t>document.write</a:t>
            </a:r>
            <a:r>
              <a:rPr lang="tr-TR" altLang="tr-TR" b="1" dirty="0">
                <a:latin typeface="Consolas" panose="020B0609020204030204" pitchFamily="49" charset="0"/>
              </a:rPr>
              <a:t> ("</a:t>
            </a:r>
            <a:r>
              <a:rPr lang="tr-TR" altLang="tr-TR" b="1" dirty="0" err="1">
                <a:latin typeface="Consolas" panose="020B0609020204030204" pitchFamily="49" charset="0"/>
              </a:rPr>
              <a:t>goruntulenmek</a:t>
            </a:r>
            <a:r>
              <a:rPr lang="tr-TR" altLang="tr-TR" b="1" dirty="0">
                <a:latin typeface="Consolas" panose="020B0609020204030204" pitchFamily="49" charset="0"/>
              </a:rPr>
              <a:t> istenenler" , </a:t>
            </a:r>
            <a:r>
              <a:rPr lang="tr-TR" altLang="tr-TR" b="1" dirty="0" err="1">
                <a:latin typeface="Consolas" panose="020B0609020204030204" pitchFamily="49" charset="0"/>
              </a:rPr>
              <a:t>degisken_ismi</a:t>
            </a:r>
            <a:r>
              <a:rPr lang="tr-TR" altLang="tr-TR" b="1" dirty="0">
                <a:latin typeface="Consolas" panose="020B0609020204030204" pitchFamily="49" charset="0"/>
              </a:rPr>
              <a:t> );</a:t>
            </a:r>
            <a:br>
              <a:rPr lang="tr-TR" altLang="tr-TR" sz="2400" dirty="0"/>
            </a:br>
            <a:br>
              <a:rPr lang="tr-TR" altLang="tr-TR" sz="2400" dirty="0"/>
            </a:br>
            <a:endParaRPr lang="tr-TR" altLang="tr-TR" sz="2400" dirty="0"/>
          </a:p>
        </p:txBody>
      </p:sp>
      <p:sp>
        <p:nvSpPr>
          <p:cNvPr id="2" name="Slide Number Placeholder 1">
            <a:extLst>
              <a:ext uri="{FF2B5EF4-FFF2-40B4-BE49-F238E27FC236}">
                <a16:creationId xmlns:a16="http://schemas.microsoft.com/office/drawing/2014/main" id="{9DCF0614-E2FD-776E-EB5C-B48F2221BE0A}"/>
              </a:ext>
            </a:extLst>
          </p:cNvPr>
          <p:cNvSpPr>
            <a:spLocks noGrp="1"/>
          </p:cNvSpPr>
          <p:nvPr>
            <p:ph type="sldNum" sz="quarter" idx="12"/>
          </p:nvPr>
        </p:nvSpPr>
        <p:spPr/>
        <p:txBody>
          <a:bodyPr/>
          <a:lstStyle/>
          <a:p>
            <a:pPr>
              <a:defRPr/>
            </a:pPr>
            <a:fld id="{C2E76B57-1749-484A-BC30-43D176F9D50D}" type="slidenum">
              <a:rPr lang="tr-TR" altLang="en-US" smtClean="0"/>
              <a:pPr>
                <a:defRPr/>
              </a:pPr>
              <a:t>36</a:t>
            </a:fld>
            <a:endParaRPr lang="tr-T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A12E6-33BE-BD90-CA25-4D2DA3E305C5}"/>
              </a:ext>
            </a:extLst>
          </p:cNvPr>
          <p:cNvSpPr>
            <a:spLocks noGrp="1"/>
          </p:cNvSpPr>
          <p:nvPr>
            <p:ph type="title"/>
          </p:nvPr>
        </p:nvSpPr>
        <p:spPr/>
        <p:txBody>
          <a:bodyPr/>
          <a:lstStyle/>
          <a:p>
            <a:r>
              <a:rPr lang="en-US" dirty="0" err="1"/>
              <a:t>Okumalar</a:t>
            </a:r>
            <a:endParaRPr lang="tr-TR" dirty="0"/>
          </a:p>
        </p:txBody>
      </p:sp>
      <p:sp>
        <p:nvSpPr>
          <p:cNvPr id="3" name="Content Placeholder 2">
            <a:extLst>
              <a:ext uri="{FF2B5EF4-FFF2-40B4-BE49-F238E27FC236}">
                <a16:creationId xmlns:a16="http://schemas.microsoft.com/office/drawing/2014/main" id="{5F6A3A1A-65DB-865F-71BC-86B5D063D18C}"/>
              </a:ext>
            </a:extLst>
          </p:cNvPr>
          <p:cNvSpPr>
            <a:spLocks noGrp="1"/>
          </p:cNvSpPr>
          <p:nvPr>
            <p:ph idx="1"/>
          </p:nvPr>
        </p:nvSpPr>
        <p:spPr/>
        <p:txBody>
          <a:bodyPr>
            <a:normAutofit fontScale="92500" lnSpcReduction="10000"/>
          </a:bodyPr>
          <a:lstStyle/>
          <a:p>
            <a:r>
              <a:rPr lang="en-US" b="1" dirty="0"/>
              <a:t>JS</a:t>
            </a:r>
            <a:r>
              <a:rPr lang="tr-TR" b="1" dirty="0"/>
              <a:t> </a:t>
            </a:r>
            <a:r>
              <a:rPr lang="tr-TR" b="1" dirty="0" err="1"/>
              <a:t>Mutable</a:t>
            </a:r>
            <a:r>
              <a:rPr lang="tr-TR" b="1" dirty="0"/>
              <a:t> ve </a:t>
            </a:r>
            <a:r>
              <a:rPr lang="tr-TR" b="1" dirty="0" err="1"/>
              <a:t>Immutable</a:t>
            </a:r>
            <a:r>
              <a:rPr lang="tr-TR" b="1" dirty="0"/>
              <a:t> Kavramları</a:t>
            </a:r>
            <a:r>
              <a:rPr lang="en-US" b="1" dirty="0"/>
              <a:t>: </a:t>
            </a:r>
            <a:r>
              <a:rPr lang="en-US" dirty="0">
                <a:hlinkClick r:id="rId2"/>
              </a:rPr>
              <a:t>https://medium.com/@ie.turkmen/javascriptte-mutable-ve-immutable-kavramlar%C4%B1-anlamak-ve-kullanmak-1c90013aeea0</a:t>
            </a:r>
            <a:r>
              <a:rPr lang="en-US" dirty="0"/>
              <a:t> </a:t>
            </a:r>
          </a:p>
          <a:p>
            <a:r>
              <a:rPr lang="en-US" dirty="0" err="1"/>
              <a:t>Sembol</a:t>
            </a:r>
            <a:r>
              <a:rPr lang="en-US" dirty="0"/>
              <a:t> </a:t>
            </a:r>
            <a:r>
              <a:rPr lang="en-US" dirty="0" err="1"/>
              <a:t>türü</a:t>
            </a:r>
            <a:r>
              <a:rPr lang="en-US" dirty="0"/>
              <a:t>:</a:t>
            </a:r>
            <a:r>
              <a:rPr lang="tr-TR" b="1" dirty="0" err="1"/>
              <a:t>JavaScripte</a:t>
            </a:r>
            <a:r>
              <a:rPr lang="tr-TR" b="1" dirty="0"/>
              <a:t> Neden </a:t>
            </a:r>
            <a:r>
              <a:rPr lang="tr-TR" b="1" dirty="0" err="1"/>
              <a:t>Symbol</a:t>
            </a:r>
            <a:r>
              <a:rPr lang="tr-TR" b="1" dirty="0"/>
              <a:t> Türüne İhtiyaç Duyuldu ?</a:t>
            </a:r>
            <a:r>
              <a:rPr lang="en-US" dirty="0"/>
              <a:t> </a:t>
            </a:r>
            <a:r>
              <a:rPr lang="tr-TR" dirty="0">
                <a:hlinkClick r:id="rId3"/>
              </a:rPr>
              <a:t>https://medium.com/frontend-development-with-js/neden-javascripte-neden-symbol-t%C3%BCr%C3%BCne-i%CC%87htiya%C3%A7-duyuldu-8f010abd621a</a:t>
            </a:r>
            <a:r>
              <a:rPr lang="en-US" dirty="0"/>
              <a:t> </a:t>
            </a:r>
          </a:p>
          <a:p>
            <a:endParaRPr lang="en-US" dirty="0"/>
          </a:p>
          <a:p>
            <a:endParaRPr lang="tr-TR" dirty="0"/>
          </a:p>
        </p:txBody>
      </p:sp>
      <p:sp>
        <p:nvSpPr>
          <p:cNvPr id="4" name="Slide Number Placeholder 3">
            <a:extLst>
              <a:ext uri="{FF2B5EF4-FFF2-40B4-BE49-F238E27FC236}">
                <a16:creationId xmlns:a16="http://schemas.microsoft.com/office/drawing/2014/main" id="{516A7CF6-2B8C-1863-6F8E-73568A19F675}"/>
              </a:ext>
            </a:extLst>
          </p:cNvPr>
          <p:cNvSpPr>
            <a:spLocks noGrp="1"/>
          </p:cNvSpPr>
          <p:nvPr>
            <p:ph type="sldNum" sz="quarter" idx="12"/>
          </p:nvPr>
        </p:nvSpPr>
        <p:spPr/>
        <p:txBody>
          <a:bodyPr/>
          <a:lstStyle/>
          <a:p>
            <a:pPr>
              <a:defRPr/>
            </a:pPr>
            <a:fld id="{C2E76B57-1749-484A-BC30-43D176F9D50D}" type="slidenum">
              <a:rPr lang="tr-TR" altLang="en-US" smtClean="0"/>
              <a:pPr>
                <a:defRPr/>
              </a:pPr>
              <a:t>37</a:t>
            </a:fld>
            <a:endParaRPr lang="tr-TR" altLang="en-US"/>
          </a:p>
        </p:txBody>
      </p:sp>
    </p:spTree>
    <p:extLst>
      <p:ext uri="{BB962C8B-B14F-4D97-AF65-F5344CB8AC3E}">
        <p14:creationId xmlns:p14="http://schemas.microsoft.com/office/powerpoint/2010/main" val="900623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09EA4C6-322B-7BDC-0FD2-8F5C6B0EB0B8}"/>
              </a:ext>
            </a:extLst>
          </p:cNvPr>
          <p:cNvSpPr>
            <a:spLocks noGrp="1" noChangeArrowheads="1"/>
          </p:cNvSpPr>
          <p:nvPr>
            <p:ph type="title"/>
          </p:nvPr>
        </p:nvSpPr>
        <p:spPr/>
        <p:txBody>
          <a:bodyPr/>
          <a:lstStyle/>
          <a:p>
            <a:pPr eaLnBrk="1" hangingPunct="1"/>
            <a:r>
              <a:rPr lang="tr-TR" altLang="tr-TR" sz="3200"/>
              <a:t>Javascript-Alert İkaz Metodu</a:t>
            </a:r>
          </a:p>
        </p:txBody>
      </p:sp>
      <p:sp>
        <p:nvSpPr>
          <p:cNvPr id="20483" name="Rectangle 3">
            <a:extLst>
              <a:ext uri="{FF2B5EF4-FFF2-40B4-BE49-F238E27FC236}">
                <a16:creationId xmlns:a16="http://schemas.microsoft.com/office/drawing/2014/main" id="{D5382788-2A3D-E172-62DD-C9A67ED877C6}"/>
              </a:ext>
            </a:extLst>
          </p:cNvPr>
          <p:cNvSpPr>
            <a:spLocks noGrp="1" noChangeArrowheads="1"/>
          </p:cNvSpPr>
          <p:nvPr>
            <p:ph type="body" idx="1"/>
          </p:nvPr>
        </p:nvSpPr>
        <p:spPr>
          <a:xfrm>
            <a:off x="457200" y="1719263"/>
            <a:ext cx="8229600" cy="4805362"/>
          </a:xfrm>
        </p:spPr>
        <p:txBody>
          <a:bodyPr/>
          <a:lstStyle/>
          <a:p>
            <a:pPr lvl="1" eaLnBrk="1" hangingPunct="1"/>
            <a:r>
              <a:rPr lang="tr-TR" altLang="tr-TR"/>
              <a:t>Alert yöntemi, kullanıcıya bir uyarı mesajı ve bir OK düğmesi görüntülemek için kullanılır </a:t>
            </a:r>
          </a:p>
          <a:p>
            <a:pPr lvl="1" eaLnBrk="1" hangingPunct="1"/>
            <a:endParaRPr lang="tr-TR" altLang="tr-TR"/>
          </a:p>
          <a:p>
            <a:pPr lvl="2" eaLnBrk="1" hangingPunct="1">
              <a:buFont typeface="Wingdings" panose="05000000000000000000" pitchFamily="2" charset="2"/>
              <a:buNone/>
            </a:pPr>
            <a:r>
              <a:rPr lang="tr-TR" altLang="tr-TR"/>
              <a:t>alert (“Merhaba”); </a:t>
            </a:r>
          </a:p>
          <a:p>
            <a:pPr lvl="2" eaLnBrk="1" hangingPunct="1">
              <a:buFont typeface="Wingdings" panose="05000000000000000000" pitchFamily="2" charset="2"/>
              <a:buNone/>
            </a:pPr>
            <a:endParaRPr lang="tr-TR" altLang="tr-TR"/>
          </a:p>
        </p:txBody>
      </p:sp>
      <p:sp>
        <p:nvSpPr>
          <p:cNvPr id="20484" name="Line 4">
            <a:extLst>
              <a:ext uri="{FF2B5EF4-FFF2-40B4-BE49-F238E27FC236}">
                <a16:creationId xmlns:a16="http://schemas.microsoft.com/office/drawing/2014/main" id="{6F546295-E32C-024B-7D7F-CC7A23175DF9}"/>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pic>
        <p:nvPicPr>
          <p:cNvPr id="20485" name="Picture 5">
            <a:extLst>
              <a:ext uri="{FF2B5EF4-FFF2-40B4-BE49-F238E27FC236}">
                <a16:creationId xmlns:a16="http://schemas.microsoft.com/office/drawing/2014/main" id="{FFCFFFC5-96DB-2CA0-1F55-B3DD2F81B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4076700"/>
            <a:ext cx="258445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2918CE91-4FF8-A737-0AC5-681855244963}"/>
              </a:ext>
            </a:extLst>
          </p:cNvPr>
          <p:cNvSpPr>
            <a:spLocks noGrp="1"/>
          </p:cNvSpPr>
          <p:nvPr>
            <p:ph type="sldNum" sz="quarter" idx="12"/>
          </p:nvPr>
        </p:nvSpPr>
        <p:spPr/>
        <p:txBody>
          <a:bodyPr/>
          <a:lstStyle/>
          <a:p>
            <a:pPr>
              <a:defRPr/>
            </a:pPr>
            <a:fld id="{C2E76B57-1749-484A-BC30-43D176F9D50D}" type="slidenum">
              <a:rPr lang="tr-TR" altLang="en-US" smtClean="0"/>
              <a:pPr>
                <a:defRPr/>
              </a:pPr>
              <a:t>38</a:t>
            </a:fld>
            <a:endParaRPr lang="tr-TR"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2850984-2E79-E60F-7F05-4C7634EA7F6E}"/>
              </a:ext>
            </a:extLst>
          </p:cNvPr>
          <p:cNvSpPr>
            <a:spLocks noGrp="1" noChangeArrowheads="1"/>
          </p:cNvSpPr>
          <p:nvPr>
            <p:ph type="title"/>
          </p:nvPr>
        </p:nvSpPr>
        <p:spPr/>
        <p:txBody>
          <a:bodyPr/>
          <a:lstStyle/>
          <a:p>
            <a:pPr eaLnBrk="1" hangingPunct="1"/>
            <a:r>
              <a:rPr lang="tr-TR" altLang="tr-TR" sz="3200"/>
              <a:t>Javascript-Confirm Metodu</a:t>
            </a:r>
          </a:p>
        </p:txBody>
      </p:sp>
      <p:sp>
        <p:nvSpPr>
          <p:cNvPr id="21507" name="Rectangle 3">
            <a:extLst>
              <a:ext uri="{FF2B5EF4-FFF2-40B4-BE49-F238E27FC236}">
                <a16:creationId xmlns:a16="http://schemas.microsoft.com/office/drawing/2014/main" id="{689A24F5-55C8-DE79-B0AC-204CEE59948C}"/>
              </a:ext>
            </a:extLst>
          </p:cNvPr>
          <p:cNvSpPr>
            <a:spLocks noGrp="1" noChangeArrowheads="1"/>
          </p:cNvSpPr>
          <p:nvPr>
            <p:ph type="body" idx="1"/>
          </p:nvPr>
        </p:nvSpPr>
        <p:spPr>
          <a:xfrm>
            <a:off x="457200" y="1719263"/>
            <a:ext cx="8229600" cy="4805362"/>
          </a:xfrm>
        </p:spPr>
        <p:txBody>
          <a:bodyPr/>
          <a:lstStyle/>
          <a:p>
            <a:pPr lvl="1" eaLnBrk="1" hangingPunct="1"/>
            <a:r>
              <a:rPr lang="tr-TR" altLang="tr-TR"/>
              <a:t>Confirm yöntemi OK ve Cancel düğmelerine sahip bir mesaj görüntülemek için kullanılır. Ok basarsa True, Cancel’ a basılırsa false döndürür.  </a:t>
            </a:r>
          </a:p>
          <a:p>
            <a:pPr lvl="1" eaLnBrk="1" hangingPunct="1"/>
            <a:endParaRPr lang="tr-TR" altLang="tr-TR"/>
          </a:p>
          <a:p>
            <a:pPr lvl="2" eaLnBrk="1" hangingPunct="1">
              <a:buFont typeface="Wingdings" panose="05000000000000000000" pitchFamily="2" charset="2"/>
              <a:buNone/>
            </a:pPr>
            <a:r>
              <a:rPr lang="tr-TR" altLang="tr-TR"/>
              <a:t>if (confirm("Onayliyormusunuz?"))</a:t>
            </a:r>
          </a:p>
          <a:p>
            <a:pPr lvl="2" eaLnBrk="1" hangingPunct="1">
              <a:buFont typeface="Wingdings" panose="05000000000000000000" pitchFamily="2" charset="2"/>
              <a:buNone/>
            </a:pPr>
            <a:endParaRPr lang="tr-TR" altLang="tr-TR"/>
          </a:p>
        </p:txBody>
      </p:sp>
      <p:sp>
        <p:nvSpPr>
          <p:cNvPr id="21508" name="Line 4">
            <a:extLst>
              <a:ext uri="{FF2B5EF4-FFF2-40B4-BE49-F238E27FC236}">
                <a16:creationId xmlns:a16="http://schemas.microsoft.com/office/drawing/2014/main" id="{9CF98329-656C-E126-498E-F521A8EB044A}"/>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pic>
        <p:nvPicPr>
          <p:cNvPr id="21509" name="Picture 6">
            <a:extLst>
              <a:ext uri="{FF2B5EF4-FFF2-40B4-BE49-F238E27FC236}">
                <a16:creationId xmlns:a16="http://schemas.microsoft.com/office/drawing/2014/main" id="{403F8C4C-16EE-DDCF-3406-8510E6137A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4076700"/>
            <a:ext cx="3743325" cy="19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290B4498-4485-3159-7E30-54BE7F15264B}"/>
              </a:ext>
            </a:extLst>
          </p:cNvPr>
          <p:cNvSpPr>
            <a:spLocks noGrp="1"/>
          </p:cNvSpPr>
          <p:nvPr>
            <p:ph type="sldNum" sz="quarter" idx="12"/>
          </p:nvPr>
        </p:nvSpPr>
        <p:spPr/>
        <p:txBody>
          <a:bodyPr/>
          <a:lstStyle/>
          <a:p>
            <a:pPr>
              <a:defRPr/>
            </a:pPr>
            <a:fld id="{C2E76B57-1749-484A-BC30-43D176F9D50D}" type="slidenum">
              <a:rPr lang="tr-TR" altLang="en-US" smtClean="0"/>
              <a:pPr>
                <a:defRPr/>
              </a:pPr>
              <a:t>39</a:t>
            </a:fld>
            <a:endParaRPr lang="tr-T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10C46F0-E33F-60A4-D232-0163FA64E358}"/>
              </a:ext>
            </a:extLst>
          </p:cNvPr>
          <p:cNvSpPr>
            <a:spLocks noGrp="1" noChangeArrowheads="1"/>
          </p:cNvSpPr>
          <p:nvPr>
            <p:ph type="title"/>
          </p:nvPr>
        </p:nvSpPr>
        <p:spPr/>
        <p:txBody>
          <a:bodyPr/>
          <a:lstStyle/>
          <a:p>
            <a:pPr eaLnBrk="1" hangingPunct="1"/>
            <a:r>
              <a:rPr lang="tr-TR" altLang="tr-TR" sz="3200"/>
              <a:t>Javascript-Prompt Metodu</a:t>
            </a:r>
          </a:p>
        </p:txBody>
      </p:sp>
      <p:sp>
        <p:nvSpPr>
          <p:cNvPr id="22531" name="Rectangle 3">
            <a:extLst>
              <a:ext uri="{FF2B5EF4-FFF2-40B4-BE49-F238E27FC236}">
                <a16:creationId xmlns:a16="http://schemas.microsoft.com/office/drawing/2014/main" id="{87CFB6D5-E1D4-8D65-94C5-1D6950BD6C7C}"/>
              </a:ext>
            </a:extLst>
          </p:cNvPr>
          <p:cNvSpPr>
            <a:spLocks noGrp="1" noChangeArrowheads="1"/>
          </p:cNvSpPr>
          <p:nvPr>
            <p:ph type="body" idx="1"/>
          </p:nvPr>
        </p:nvSpPr>
        <p:spPr>
          <a:xfrm>
            <a:off x="457200" y="1719263"/>
            <a:ext cx="8229600" cy="4805362"/>
          </a:xfrm>
        </p:spPr>
        <p:txBody>
          <a:bodyPr/>
          <a:lstStyle/>
          <a:p>
            <a:pPr lvl="1" eaLnBrk="1" hangingPunct="1"/>
            <a:r>
              <a:rPr lang="tr-TR" altLang="tr-TR"/>
              <a:t>Kullanıcı girdilerini almak için bir iletişim kutusunu görüntüler. </a:t>
            </a:r>
          </a:p>
          <a:p>
            <a:pPr lvl="1" eaLnBrk="1" hangingPunct="1"/>
            <a:endParaRPr lang="tr-TR" altLang="tr-TR"/>
          </a:p>
          <a:p>
            <a:pPr lvl="2" eaLnBrk="1" hangingPunct="1">
              <a:buFont typeface="Wingdings" panose="05000000000000000000" pitchFamily="2" charset="2"/>
              <a:buNone/>
            </a:pPr>
            <a:r>
              <a:rPr lang="tr-TR" altLang="tr-TR"/>
              <a:t>prompt ("Veri gir","ilk deger");</a:t>
            </a:r>
          </a:p>
        </p:txBody>
      </p:sp>
      <p:sp>
        <p:nvSpPr>
          <p:cNvPr id="22532" name="Line 4">
            <a:extLst>
              <a:ext uri="{FF2B5EF4-FFF2-40B4-BE49-F238E27FC236}">
                <a16:creationId xmlns:a16="http://schemas.microsoft.com/office/drawing/2014/main" id="{43395BBB-A0F3-BCAF-226B-01CBAB0D48C6}"/>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pic>
        <p:nvPicPr>
          <p:cNvPr id="22533" name="Picture 6">
            <a:extLst>
              <a:ext uri="{FF2B5EF4-FFF2-40B4-BE49-F238E27FC236}">
                <a16:creationId xmlns:a16="http://schemas.microsoft.com/office/drawing/2014/main" id="{396F345C-7D93-79B3-46ED-30DD5159A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4076700"/>
            <a:ext cx="6696075" cy="167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C44F18E5-D0F7-5505-0D14-9905C5ED2415}"/>
              </a:ext>
            </a:extLst>
          </p:cNvPr>
          <p:cNvSpPr>
            <a:spLocks noGrp="1"/>
          </p:cNvSpPr>
          <p:nvPr>
            <p:ph type="sldNum" sz="quarter" idx="12"/>
          </p:nvPr>
        </p:nvSpPr>
        <p:spPr/>
        <p:txBody>
          <a:bodyPr/>
          <a:lstStyle/>
          <a:p>
            <a:pPr>
              <a:defRPr/>
            </a:pPr>
            <a:fld id="{C2E76B57-1749-484A-BC30-43D176F9D50D}" type="slidenum">
              <a:rPr lang="tr-TR" altLang="en-US" smtClean="0"/>
              <a:pPr>
                <a:defRPr/>
              </a:pPr>
              <a:t>40</a:t>
            </a:fld>
            <a:endParaRPr lang="tr-TR"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7A513F3-BC4E-B44E-A35F-A31B4EAECA0B}"/>
              </a:ext>
            </a:extLst>
          </p:cNvPr>
          <p:cNvSpPr>
            <a:spLocks noGrp="1" noChangeArrowheads="1"/>
          </p:cNvSpPr>
          <p:nvPr>
            <p:ph type="title"/>
          </p:nvPr>
        </p:nvSpPr>
        <p:spPr/>
        <p:txBody>
          <a:bodyPr/>
          <a:lstStyle/>
          <a:p>
            <a:pPr eaLnBrk="1" hangingPunct="1"/>
            <a:r>
              <a:rPr lang="tr-TR" altLang="tr-TR" sz="3200"/>
              <a:t>Javascript-ifadeler döngüler</a:t>
            </a:r>
          </a:p>
        </p:txBody>
      </p:sp>
      <p:sp>
        <p:nvSpPr>
          <p:cNvPr id="23555" name="Rectangle 3">
            <a:extLst>
              <a:ext uri="{FF2B5EF4-FFF2-40B4-BE49-F238E27FC236}">
                <a16:creationId xmlns:a16="http://schemas.microsoft.com/office/drawing/2014/main" id="{C66948C1-A81D-FC5C-432F-B31B74774BA6}"/>
              </a:ext>
            </a:extLst>
          </p:cNvPr>
          <p:cNvSpPr>
            <a:spLocks noGrp="1" noChangeArrowheads="1"/>
          </p:cNvSpPr>
          <p:nvPr>
            <p:ph type="body" idx="1"/>
          </p:nvPr>
        </p:nvSpPr>
        <p:spPr>
          <a:xfrm>
            <a:off x="457200" y="1719263"/>
            <a:ext cx="8229600" cy="4805362"/>
          </a:xfrm>
        </p:spPr>
        <p:txBody>
          <a:bodyPr/>
          <a:lstStyle/>
          <a:p>
            <a:pPr lvl="1" eaLnBrk="1" hangingPunct="1">
              <a:lnSpc>
                <a:spcPct val="80000"/>
              </a:lnSpc>
            </a:pPr>
            <a:r>
              <a:rPr lang="tr-TR" altLang="tr-TR" sz="2000"/>
              <a:t>Bir ifade bloğu ise { } arasına yerleştirilir. Bir javascript ifadesibir noktalı virgülle sonlandırılır. </a:t>
            </a:r>
          </a:p>
          <a:p>
            <a:pPr lvl="1" eaLnBrk="1" hangingPunct="1">
              <a:lnSpc>
                <a:spcPct val="80000"/>
              </a:lnSpc>
            </a:pPr>
            <a:r>
              <a:rPr lang="tr-TR" altLang="tr-TR" sz="2000"/>
              <a:t>İF ELSE</a:t>
            </a:r>
          </a:p>
          <a:p>
            <a:pPr lvl="1" eaLnBrk="1" hangingPunct="1">
              <a:lnSpc>
                <a:spcPct val="80000"/>
              </a:lnSpc>
              <a:buFont typeface="Wingdings" panose="05000000000000000000" pitchFamily="2" charset="2"/>
              <a:buNone/>
            </a:pPr>
            <a:r>
              <a:rPr lang="tr-TR" altLang="tr-TR" sz="2000"/>
              <a:t>&lt;script language="javascript"&gt;</a:t>
            </a:r>
            <a:br>
              <a:rPr lang="tr-TR" altLang="tr-TR" sz="2000"/>
            </a:br>
            <a:r>
              <a:rPr lang="tr-TR" altLang="tr-TR" sz="2000"/>
              <a:t>if (eğer şartlar doğruysa) </a:t>
            </a:r>
            <a:br>
              <a:rPr lang="tr-TR" altLang="tr-TR" sz="2000"/>
            </a:br>
            <a:r>
              <a:rPr lang="tr-TR" altLang="tr-TR" sz="2000"/>
              <a:t>{ </a:t>
            </a:r>
            <a:br>
              <a:rPr lang="tr-TR" altLang="tr-TR" sz="2000"/>
            </a:br>
            <a:br>
              <a:rPr lang="tr-TR" altLang="tr-TR" sz="2000"/>
            </a:br>
            <a:r>
              <a:rPr lang="tr-TR" altLang="tr-TR" sz="2000"/>
              <a:t>bu satırı uygula; </a:t>
            </a:r>
            <a:br>
              <a:rPr lang="tr-TR" altLang="tr-TR" sz="2000"/>
            </a:br>
            <a:r>
              <a:rPr lang="tr-TR" altLang="tr-TR" sz="2000"/>
              <a:t>bu satırı da uygula; </a:t>
            </a:r>
            <a:br>
              <a:rPr lang="tr-TR" altLang="tr-TR" sz="2000"/>
            </a:br>
            <a:r>
              <a:rPr lang="tr-TR" altLang="tr-TR" sz="2000"/>
              <a:t>birde bu satırı uygula; </a:t>
            </a:r>
            <a:br>
              <a:rPr lang="tr-TR" altLang="tr-TR" sz="2000"/>
            </a:br>
            <a:br>
              <a:rPr lang="tr-TR" altLang="tr-TR" sz="2000"/>
            </a:br>
            <a:r>
              <a:rPr lang="tr-TR" altLang="tr-TR" sz="2000"/>
              <a:t>} else { </a:t>
            </a:r>
            <a:br>
              <a:rPr lang="tr-TR" altLang="tr-TR" sz="2000"/>
            </a:br>
            <a:br>
              <a:rPr lang="tr-TR" altLang="tr-TR" sz="2000"/>
            </a:br>
            <a:r>
              <a:rPr lang="tr-TR" altLang="tr-TR" sz="2000"/>
              <a:t>bu satırı uygula ;</a:t>
            </a:r>
            <a:br>
              <a:rPr lang="tr-TR" altLang="tr-TR" sz="2000"/>
            </a:br>
            <a:br>
              <a:rPr lang="tr-TR" altLang="tr-TR" sz="2000"/>
            </a:br>
            <a:r>
              <a:rPr lang="tr-TR" altLang="tr-TR" sz="2000"/>
              <a:t>} </a:t>
            </a:r>
          </a:p>
          <a:p>
            <a:pPr lvl="1" eaLnBrk="1" hangingPunct="1">
              <a:lnSpc>
                <a:spcPct val="80000"/>
              </a:lnSpc>
              <a:buFont typeface="Wingdings" panose="05000000000000000000" pitchFamily="2" charset="2"/>
              <a:buNone/>
            </a:pPr>
            <a:r>
              <a:rPr lang="tr-TR" altLang="tr-TR" sz="2000"/>
              <a:t>&lt;/script&gt; </a:t>
            </a:r>
          </a:p>
        </p:txBody>
      </p:sp>
      <p:sp>
        <p:nvSpPr>
          <p:cNvPr id="23556" name="Line 4">
            <a:extLst>
              <a:ext uri="{FF2B5EF4-FFF2-40B4-BE49-F238E27FC236}">
                <a16:creationId xmlns:a16="http://schemas.microsoft.com/office/drawing/2014/main" id="{6B405890-59C4-6729-004F-BE4E18AB2CB7}"/>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6C03B367-11F7-07A0-D441-2051AB5A2AC2}"/>
              </a:ext>
            </a:extLst>
          </p:cNvPr>
          <p:cNvSpPr>
            <a:spLocks noGrp="1"/>
          </p:cNvSpPr>
          <p:nvPr>
            <p:ph type="sldNum" sz="quarter" idx="12"/>
          </p:nvPr>
        </p:nvSpPr>
        <p:spPr/>
        <p:txBody>
          <a:bodyPr/>
          <a:lstStyle/>
          <a:p>
            <a:pPr>
              <a:defRPr/>
            </a:pPr>
            <a:fld id="{C2E76B57-1749-484A-BC30-43D176F9D50D}" type="slidenum">
              <a:rPr lang="tr-TR" altLang="en-US" smtClean="0"/>
              <a:pPr>
                <a:defRPr/>
              </a:pPr>
              <a:t>41</a:t>
            </a:fld>
            <a:endParaRPr lang="tr-TR"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051BA0E-ABE8-9E26-715D-E8EF056E546D}"/>
              </a:ext>
            </a:extLst>
          </p:cNvPr>
          <p:cNvSpPr>
            <a:spLocks noGrp="1" noChangeArrowheads="1"/>
          </p:cNvSpPr>
          <p:nvPr>
            <p:ph type="title"/>
          </p:nvPr>
        </p:nvSpPr>
        <p:spPr/>
        <p:txBody>
          <a:bodyPr/>
          <a:lstStyle/>
          <a:p>
            <a:pPr eaLnBrk="1" hangingPunct="1"/>
            <a:r>
              <a:rPr lang="tr-TR" altLang="tr-TR" sz="3200"/>
              <a:t>Javascript-ifadeler döngüler</a:t>
            </a:r>
          </a:p>
        </p:txBody>
      </p:sp>
      <p:sp>
        <p:nvSpPr>
          <p:cNvPr id="24579" name="Rectangle 3">
            <a:extLst>
              <a:ext uri="{FF2B5EF4-FFF2-40B4-BE49-F238E27FC236}">
                <a16:creationId xmlns:a16="http://schemas.microsoft.com/office/drawing/2014/main" id="{61E4708C-1347-BBB4-9A63-852F6073674E}"/>
              </a:ext>
            </a:extLst>
          </p:cNvPr>
          <p:cNvSpPr>
            <a:spLocks noGrp="1" noChangeArrowheads="1"/>
          </p:cNvSpPr>
          <p:nvPr>
            <p:ph type="body" idx="1"/>
          </p:nvPr>
        </p:nvSpPr>
        <p:spPr>
          <a:xfrm>
            <a:off x="457200" y="1719263"/>
            <a:ext cx="8229600" cy="4805362"/>
          </a:xfrm>
        </p:spPr>
        <p:txBody>
          <a:bodyPr/>
          <a:lstStyle/>
          <a:p>
            <a:pPr lvl="1" eaLnBrk="1" hangingPunct="1"/>
            <a:r>
              <a:rPr lang="tr-TR" altLang="tr-TR" b="1"/>
              <a:t>do..while döngüsü</a:t>
            </a:r>
            <a:r>
              <a:rPr lang="tr-TR" altLang="tr-TR"/>
              <a:t>: bir koşul doğru olduğu sürece ifade bloğunun çalışmasını sağlar. </a:t>
            </a:r>
            <a:br>
              <a:rPr lang="tr-TR" altLang="tr-TR"/>
            </a:br>
            <a:r>
              <a:rPr lang="tr-TR" altLang="tr-TR"/>
              <a:t>Örnek:</a:t>
            </a:r>
          </a:p>
          <a:p>
            <a:pPr lvl="1" eaLnBrk="1" hangingPunct="1">
              <a:buFont typeface="Wingdings" panose="05000000000000000000" pitchFamily="2" charset="2"/>
              <a:buNone/>
            </a:pPr>
            <a:r>
              <a:rPr lang="tr-TR" altLang="tr-TR"/>
              <a:t>   do </a:t>
            </a:r>
            <a:br>
              <a:rPr lang="tr-TR" altLang="tr-TR"/>
            </a:br>
            <a:r>
              <a:rPr lang="tr-TR" altLang="tr-TR"/>
              <a:t>{ deyimler;} </a:t>
            </a:r>
            <a:br>
              <a:rPr lang="tr-TR" altLang="tr-TR"/>
            </a:br>
            <a:r>
              <a:rPr lang="tr-TR" altLang="tr-TR"/>
              <a:t>while (koşul) </a:t>
            </a:r>
          </a:p>
          <a:p>
            <a:pPr lvl="1" eaLnBrk="1" hangingPunct="1"/>
            <a:r>
              <a:rPr lang="tr-TR" altLang="tr-TR" b="1"/>
              <a:t>while döngüsü:</a:t>
            </a:r>
            <a:r>
              <a:rPr lang="tr-TR" altLang="tr-TR"/>
              <a:t>do..while ile aynıdır yalnız koşul döngünün başında kontrol ediliyor. </a:t>
            </a:r>
          </a:p>
          <a:p>
            <a:pPr lvl="1" eaLnBrk="1" hangingPunct="1">
              <a:buFont typeface="Wingdings" panose="05000000000000000000" pitchFamily="2" charset="2"/>
              <a:buNone/>
            </a:pPr>
            <a:r>
              <a:rPr lang="tr-TR" altLang="tr-TR"/>
              <a:t>   Örnek: </a:t>
            </a:r>
          </a:p>
          <a:p>
            <a:pPr lvl="1" eaLnBrk="1" hangingPunct="1">
              <a:buFont typeface="Wingdings" panose="05000000000000000000" pitchFamily="2" charset="2"/>
              <a:buNone/>
            </a:pPr>
            <a:r>
              <a:rPr lang="tr-TR" altLang="tr-TR"/>
              <a:t>   while (koşul) </a:t>
            </a:r>
            <a:br>
              <a:rPr lang="tr-TR" altLang="tr-TR"/>
            </a:br>
            <a:r>
              <a:rPr lang="tr-TR" altLang="tr-TR"/>
              <a:t>{ deyimler; } </a:t>
            </a:r>
          </a:p>
        </p:txBody>
      </p:sp>
      <p:sp>
        <p:nvSpPr>
          <p:cNvPr id="24580" name="Line 4">
            <a:extLst>
              <a:ext uri="{FF2B5EF4-FFF2-40B4-BE49-F238E27FC236}">
                <a16:creationId xmlns:a16="http://schemas.microsoft.com/office/drawing/2014/main" id="{0D2CB786-DEFA-7620-6047-C0CC28178A7A}"/>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918EE83D-6087-A2B9-A269-DAFF64895FD0}"/>
              </a:ext>
            </a:extLst>
          </p:cNvPr>
          <p:cNvSpPr>
            <a:spLocks noGrp="1"/>
          </p:cNvSpPr>
          <p:nvPr>
            <p:ph type="sldNum" sz="quarter" idx="12"/>
          </p:nvPr>
        </p:nvSpPr>
        <p:spPr/>
        <p:txBody>
          <a:bodyPr/>
          <a:lstStyle/>
          <a:p>
            <a:pPr>
              <a:defRPr/>
            </a:pPr>
            <a:fld id="{C2E76B57-1749-484A-BC30-43D176F9D50D}" type="slidenum">
              <a:rPr lang="tr-TR" altLang="en-US" smtClean="0"/>
              <a:pPr>
                <a:defRPr/>
              </a:pPr>
              <a:t>42</a:t>
            </a:fld>
            <a:endParaRPr lang="tr-TR"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11D9C09-E8A1-5C6C-5A77-1FDE9DC2A787}"/>
              </a:ext>
            </a:extLst>
          </p:cNvPr>
          <p:cNvSpPr>
            <a:spLocks noGrp="1" noChangeArrowheads="1"/>
          </p:cNvSpPr>
          <p:nvPr>
            <p:ph type="title"/>
          </p:nvPr>
        </p:nvSpPr>
        <p:spPr/>
        <p:txBody>
          <a:bodyPr/>
          <a:lstStyle/>
          <a:p>
            <a:pPr eaLnBrk="1" hangingPunct="1"/>
            <a:r>
              <a:rPr lang="tr-TR" altLang="tr-TR" sz="3200"/>
              <a:t>Javascript-ifadeler döngüler</a:t>
            </a:r>
          </a:p>
        </p:txBody>
      </p:sp>
      <p:sp>
        <p:nvSpPr>
          <p:cNvPr id="25603" name="Rectangle 3">
            <a:extLst>
              <a:ext uri="{FF2B5EF4-FFF2-40B4-BE49-F238E27FC236}">
                <a16:creationId xmlns:a16="http://schemas.microsoft.com/office/drawing/2014/main" id="{ECDD4344-D390-AB21-A36F-88CAC328C51D}"/>
              </a:ext>
            </a:extLst>
          </p:cNvPr>
          <p:cNvSpPr>
            <a:spLocks noGrp="1" noChangeArrowheads="1"/>
          </p:cNvSpPr>
          <p:nvPr>
            <p:ph type="body" idx="1"/>
          </p:nvPr>
        </p:nvSpPr>
        <p:spPr>
          <a:xfrm>
            <a:off x="457200" y="1719263"/>
            <a:ext cx="8229600" cy="4805362"/>
          </a:xfrm>
        </p:spPr>
        <p:txBody>
          <a:bodyPr/>
          <a:lstStyle/>
          <a:p>
            <a:pPr lvl="1" eaLnBrk="1" hangingPunct="1"/>
            <a:r>
              <a:rPr lang="tr-TR" altLang="tr-TR"/>
              <a:t>For döngüsünde koşul sağlaması bozuluncaya kadar döngü sürdürülür. </a:t>
            </a:r>
          </a:p>
          <a:p>
            <a:pPr lvl="1" eaLnBrk="1" hangingPunct="1"/>
            <a:r>
              <a:rPr lang="tr-TR" altLang="tr-TR"/>
              <a:t>for (başlangıç değeri; koşul; artırım) </a:t>
            </a:r>
            <a:br>
              <a:rPr lang="tr-TR" altLang="tr-TR"/>
            </a:br>
            <a:r>
              <a:rPr lang="tr-TR" altLang="tr-TR"/>
              <a:t>{ deyimler; }</a:t>
            </a:r>
            <a:br>
              <a:rPr lang="tr-TR" altLang="tr-TR"/>
            </a:br>
            <a:r>
              <a:rPr lang="tr-TR" altLang="tr-TR"/>
              <a:t>Örnek: </a:t>
            </a:r>
            <a:br>
              <a:rPr lang="tr-TR" altLang="tr-TR"/>
            </a:br>
            <a:r>
              <a:rPr lang="tr-TR" altLang="tr-TR"/>
              <a:t>      for (i=0; i&lt;10; i++) </a:t>
            </a:r>
            <a:br>
              <a:rPr lang="tr-TR" altLang="tr-TR"/>
            </a:br>
            <a:r>
              <a:rPr lang="tr-TR" altLang="tr-TR"/>
              <a:t>         { </a:t>
            </a:r>
          </a:p>
          <a:p>
            <a:pPr lvl="1" eaLnBrk="1" hangingPunct="1">
              <a:buFont typeface="Wingdings" panose="05000000000000000000" pitchFamily="2" charset="2"/>
              <a:buNone/>
            </a:pPr>
            <a:r>
              <a:rPr lang="tr-TR" altLang="tr-TR"/>
              <a:t>                 deyimler; </a:t>
            </a:r>
          </a:p>
          <a:p>
            <a:pPr lvl="1" eaLnBrk="1" hangingPunct="1">
              <a:buFont typeface="Wingdings" panose="05000000000000000000" pitchFamily="2" charset="2"/>
              <a:buNone/>
            </a:pPr>
            <a:r>
              <a:rPr lang="tr-TR" altLang="tr-TR"/>
              <a:t>              } </a:t>
            </a:r>
          </a:p>
        </p:txBody>
      </p:sp>
      <p:sp>
        <p:nvSpPr>
          <p:cNvPr id="25604" name="Line 4">
            <a:extLst>
              <a:ext uri="{FF2B5EF4-FFF2-40B4-BE49-F238E27FC236}">
                <a16:creationId xmlns:a16="http://schemas.microsoft.com/office/drawing/2014/main" id="{32FE75E3-BD61-9709-B56F-68CC1552A80D}"/>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710A5EED-9C4E-4E76-9E71-C7F25A503703}"/>
              </a:ext>
            </a:extLst>
          </p:cNvPr>
          <p:cNvSpPr>
            <a:spLocks noGrp="1"/>
          </p:cNvSpPr>
          <p:nvPr>
            <p:ph type="sldNum" sz="quarter" idx="12"/>
          </p:nvPr>
        </p:nvSpPr>
        <p:spPr/>
        <p:txBody>
          <a:bodyPr/>
          <a:lstStyle/>
          <a:p>
            <a:pPr>
              <a:defRPr/>
            </a:pPr>
            <a:fld id="{C2E76B57-1749-484A-BC30-43D176F9D50D}" type="slidenum">
              <a:rPr lang="tr-TR" altLang="en-US" smtClean="0"/>
              <a:pPr>
                <a:defRPr/>
              </a:pPr>
              <a:t>43</a:t>
            </a:fld>
            <a:endParaRPr lang="tr-TR"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32C9E56-9C98-4C3F-FB58-D5290175833F}"/>
              </a:ext>
            </a:extLst>
          </p:cNvPr>
          <p:cNvSpPr>
            <a:spLocks noGrp="1" noChangeArrowheads="1"/>
          </p:cNvSpPr>
          <p:nvPr>
            <p:ph type="title"/>
          </p:nvPr>
        </p:nvSpPr>
        <p:spPr/>
        <p:txBody>
          <a:bodyPr/>
          <a:lstStyle/>
          <a:p>
            <a:pPr eaLnBrk="1" hangingPunct="1"/>
            <a:r>
              <a:rPr lang="tr-TR" altLang="tr-TR" sz="3200"/>
              <a:t>Javascript- Diziler</a:t>
            </a:r>
          </a:p>
        </p:txBody>
      </p:sp>
      <p:sp>
        <p:nvSpPr>
          <p:cNvPr id="18435" name="Rectangle 3">
            <a:extLst>
              <a:ext uri="{FF2B5EF4-FFF2-40B4-BE49-F238E27FC236}">
                <a16:creationId xmlns:a16="http://schemas.microsoft.com/office/drawing/2014/main" id="{CE1DFEBE-5478-AE5C-ECE8-B6424F23C971}"/>
              </a:ext>
            </a:extLst>
          </p:cNvPr>
          <p:cNvSpPr>
            <a:spLocks noGrp="1" noChangeArrowheads="1"/>
          </p:cNvSpPr>
          <p:nvPr>
            <p:ph type="body" idx="1"/>
          </p:nvPr>
        </p:nvSpPr>
        <p:spPr>
          <a:xfrm>
            <a:off x="457200" y="1719263"/>
            <a:ext cx="8229600" cy="4805362"/>
          </a:xfrm>
        </p:spPr>
        <p:txBody>
          <a:bodyPr/>
          <a:lstStyle/>
          <a:p>
            <a:pPr lvl="1" eaLnBrk="1" hangingPunct="1"/>
            <a:r>
              <a:rPr lang="tr-TR" altLang="tr-TR"/>
              <a:t>Bir değişkene birden fazla değer atamak istediğimizde dizileri kullanırız. </a:t>
            </a:r>
          </a:p>
          <a:p>
            <a:pPr lvl="1" eaLnBrk="1" hangingPunct="1">
              <a:buFont typeface="Wingdings" panose="05000000000000000000" pitchFamily="2" charset="2"/>
              <a:buNone/>
            </a:pPr>
            <a:endParaRPr lang="tr-TR" altLang="tr-TR"/>
          </a:p>
          <a:p>
            <a:pPr lvl="1" eaLnBrk="1" hangingPunct="1"/>
            <a:r>
              <a:rPr lang="tr-TR" altLang="tr-TR"/>
              <a:t>&lt;script language="javascript"&gt;</a:t>
            </a:r>
            <a:br>
              <a:rPr lang="tr-TR" altLang="tr-TR"/>
            </a:br>
            <a:endParaRPr lang="tr-TR" altLang="tr-TR"/>
          </a:p>
          <a:p>
            <a:pPr lvl="1" eaLnBrk="1" hangingPunct="1">
              <a:buFont typeface="Wingdings" panose="05000000000000000000" pitchFamily="2" charset="2"/>
              <a:buNone/>
            </a:pPr>
            <a:r>
              <a:rPr lang="tr-TR" altLang="tr-TR"/>
              <a:t>   var sayilar=new Array(3); //3 elemanlı bir dizi</a:t>
            </a:r>
            <a:br>
              <a:rPr lang="tr-TR" altLang="tr-TR"/>
            </a:br>
            <a:r>
              <a:rPr lang="tr-TR" altLang="tr-TR"/>
              <a:t>sayilar[0]=5; //diziye değer aktarma</a:t>
            </a:r>
            <a:br>
              <a:rPr lang="tr-TR" altLang="tr-TR"/>
            </a:br>
            <a:r>
              <a:rPr lang="tr-TR" altLang="tr-TR"/>
              <a:t>sayilar[1]=6; </a:t>
            </a:r>
            <a:br>
              <a:rPr lang="tr-TR" altLang="tr-TR"/>
            </a:br>
            <a:r>
              <a:rPr lang="tr-TR" altLang="tr-TR"/>
              <a:t>sayilar[2]=7;</a:t>
            </a:r>
            <a:br>
              <a:rPr lang="tr-TR" altLang="tr-TR"/>
            </a:br>
            <a:br>
              <a:rPr lang="tr-TR" altLang="tr-TR"/>
            </a:br>
            <a:r>
              <a:rPr lang="tr-TR" altLang="tr-TR"/>
              <a:t>&lt;/script&gt; </a:t>
            </a:r>
          </a:p>
        </p:txBody>
      </p:sp>
      <p:sp>
        <p:nvSpPr>
          <p:cNvPr id="18436" name="Line 4">
            <a:extLst>
              <a:ext uri="{FF2B5EF4-FFF2-40B4-BE49-F238E27FC236}">
                <a16:creationId xmlns:a16="http://schemas.microsoft.com/office/drawing/2014/main" id="{1FBDD028-8A44-5A8E-A06A-79DBD0F8B808}"/>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D29FA8B1-3E95-E387-2290-D53D7DA296B7}"/>
              </a:ext>
            </a:extLst>
          </p:cNvPr>
          <p:cNvSpPr>
            <a:spLocks noGrp="1"/>
          </p:cNvSpPr>
          <p:nvPr>
            <p:ph type="sldNum" sz="quarter" idx="12"/>
          </p:nvPr>
        </p:nvSpPr>
        <p:spPr/>
        <p:txBody>
          <a:bodyPr/>
          <a:lstStyle/>
          <a:p>
            <a:pPr>
              <a:defRPr/>
            </a:pPr>
            <a:fld id="{C2E76B57-1749-484A-BC30-43D176F9D50D}" type="slidenum">
              <a:rPr lang="tr-TR" altLang="en-US" smtClean="0"/>
              <a:pPr>
                <a:defRPr/>
              </a:pPr>
              <a:t>44</a:t>
            </a:fld>
            <a:endParaRPr lang="tr-TR"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D2F0E09-6B76-5BDB-5204-6558BB35F2AE}"/>
              </a:ext>
            </a:extLst>
          </p:cNvPr>
          <p:cNvSpPr>
            <a:spLocks noGrp="1" noChangeArrowheads="1"/>
          </p:cNvSpPr>
          <p:nvPr>
            <p:ph type="title"/>
          </p:nvPr>
        </p:nvSpPr>
        <p:spPr/>
        <p:txBody>
          <a:bodyPr/>
          <a:lstStyle/>
          <a:p>
            <a:pPr eaLnBrk="1" hangingPunct="1"/>
            <a:r>
              <a:rPr lang="tr-TR" altLang="tr-TR" sz="3200"/>
              <a:t>Javascript-Fonksiyonlar</a:t>
            </a:r>
          </a:p>
        </p:txBody>
      </p:sp>
      <p:sp>
        <p:nvSpPr>
          <p:cNvPr id="26627" name="Rectangle 3">
            <a:extLst>
              <a:ext uri="{FF2B5EF4-FFF2-40B4-BE49-F238E27FC236}">
                <a16:creationId xmlns:a16="http://schemas.microsoft.com/office/drawing/2014/main" id="{D6BC87AD-A833-C3CB-58F8-A3317DA05FBD}"/>
              </a:ext>
            </a:extLst>
          </p:cNvPr>
          <p:cNvSpPr>
            <a:spLocks noGrp="1" noChangeArrowheads="1"/>
          </p:cNvSpPr>
          <p:nvPr>
            <p:ph type="body" idx="1"/>
          </p:nvPr>
        </p:nvSpPr>
        <p:spPr>
          <a:xfrm>
            <a:off x="457200" y="1719263"/>
            <a:ext cx="8229600" cy="4805362"/>
          </a:xfrm>
        </p:spPr>
        <p:txBody>
          <a:bodyPr/>
          <a:lstStyle/>
          <a:p>
            <a:pPr lvl="1" eaLnBrk="1" hangingPunct="1"/>
            <a:r>
              <a:rPr lang="tr-TR" altLang="tr-TR"/>
              <a:t>Fonksiyonlar bir dizi işlemi yerine getirir ve bir sonuç döndürür</a:t>
            </a:r>
          </a:p>
          <a:p>
            <a:pPr lvl="1" eaLnBrk="1" hangingPunct="1"/>
            <a:r>
              <a:rPr lang="tr-TR" altLang="tr-TR"/>
              <a:t>Kullanımı:</a:t>
            </a:r>
          </a:p>
          <a:p>
            <a:pPr lvl="2" eaLnBrk="1" hangingPunct="1">
              <a:buFont typeface="Wingdings" panose="05000000000000000000" pitchFamily="2" charset="2"/>
              <a:buNone/>
            </a:pPr>
            <a:r>
              <a:rPr lang="tr-TR" altLang="tr-TR"/>
              <a:t>fonksiyonAdı (arguman1,arguman2,..., arguman_n) </a:t>
            </a:r>
            <a:br>
              <a:rPr lang="tr-TR" altLang="tr-TR"/>
            </a:br>
            <a:r>
              <a:rPr lang="tr-TR" altLang="tr-TR"/>
              <a:t>{</a:t>
            </a:r>
            <a:br>
              <a:rPr lang="tr-TR" altLang="tr-TR"/>
            </a:br>
            <a:r>
              <a:rPr lang="tr-TR" altLang="tr-TR"/>
              <a:t>ifade1;</a:t>
            </a:r>
            <a:br>
              <a:rPr lang="tr-TR" altLang="tr-TR"/>
            </a:br>
            <a:r>
              <a:rPr lang="tr-TR" altLang="tr-TR"/>
              <a:t>ifade2;</a:t>
            </a:r>
            <a:br>
              <a:rPr lang="tr-TR" altLang="tr-TR"/>
            </a:br>
            <a:r>
              <a:rPr lang="tr-TR" altLang="tr-TR"/>
              <a:t>ifade3;</a:t>
            </a:r>
            <a:br>
              <a:rPr lang="tr-TR" altLang="tr-TR"/>
            </a:br>
            <a:r>
              <a:rPr lang="tr-TR" altLang="tr-TR"/>
              <a:t>} </a:t>
            </a:r>
            <a:endParaRPr lang="tr-TR" altLang="tr-TR" sz="1800"/>
          </a:p>
          <a:p>
            <a:pPr lvl="2" eaLnBrk="1" hangingPunct="1"/>
            <a:endParaRPr lang="tr-TR" altLang="tr-TR" sz="1800"/>
          </a:p>
        </p:txBody>
      </p:sp>
      <p:sp>
        <p:nvSpPr>
          <p:cNvPr id="26628" name="Line 4">
            <a:extLst>
              <a:ext uri="{FF2B5EF4-FFF2-40B4-BE49-F238E27FC236}">
                <a16:creationId xmlns:a16="http://schemas.microsoft.com/office/drawing/2014/main" id="{2930190D-6EDC-6DD1-D843-7CE693F15F66}"/>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E285353D-0847-6504-4F7E-E779184ECED1}"/>
              </a:ext>
            </a:extLst>
          </p:cNvPr>
          <p:cNvSpPr>
            <a:spLocks noGrp="1"/>
          </p:cNvSpPr>
          <p:nvPr>
            <p:ph type="sldNum" sz="quarter" idx="12"/>
          </p:nvPr>
        </p:nvSpPr>
        <p:spPr/>
        <p:txBody>
          <a:bodyPr/>
          <a:lstStyle/>
          <a:p>
            <a:pPr>
              <a:defRPr/>
            </a:pPr>
            <a:fld id="{C2E76B57-1749-484A-BC30-43D176F9D50D}" type="slidenum">
              <a:rPr lang="tr-TR" altLang="en-US" smtClean="0"/>
              <a:pPr>
                <a:defRPr/>
              </a:pPr>
              <a:t>45</a:t>
            </a:fld>
            <a:endParaRPr lang="tr-TR"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F5F11A9-266F-5951-9F9C-F1DF8A59D5BB}"/>
              </a:ext>
            </a:extLst>
          </p:cNvPr>
          <p:cNvSpPr>
            <a:spLocks noGrp="1" noChangeArrowheads="1"/>
          </p:cNvSpPr>
          <p:nvPr>
            <p:ph type="title"/>
          </p:nvPr>
        </p:nvSpPr>
        <p:spPr/>
        <p:txBody>
          <a:bodyPr/>
          <a:lstStyle/>
          <a:p>
            <a:pPr eaLnBrk="1" hangingPunct="1"/>
            <a:r>
              <a:rPr lang="tr-TR" altLang="tr-TR" sz="3200"/>
              <a:t>Javascript-Nesneler</a:t>
            </a:r>
          </a:p>
        </p:txBody>
      </p:sp>
      <p:sp>
        <p:nvSpPr>
          <p:cNvPr id="27651" name="Rectangle 3">
            <a:extLst>
              <a:ext uri="{FF2B5EF4-FFF2-40B4-BE49-F238E27FC236}">
                <a16:creationId xmlns:a16="http://schemas.microsoft.com/office/drawing/2014/main" id="{BFD07006-57F4-6A48-38A6-D891BB75EABD}"/>
              </a:ext>
            </a:extLst>
          </p:cNvPr>
          <p:cNvSpPr>
            <a:spLocks noGrp="1" noChangeArrowheads="1"/>
          </p:cNvSpPr>
          <p:nvPr>
            <p:ph type="body" idx="1"/>
          </p:nvPr>
        </p:nvSpPr>
        <p:spPr>
          <a:xfrm>
            <a:off x="457200" y="1719263"/>
            <a:ext cx="8229600" cy="4805362"/>
          </a:xfrm>
        </p:spPr>
        <p:txBody>
          <a:bodyPr/>
          <a:lstStyle/>
          <a:p>
            <a:pPr lvl="1" eaLnBrk="1" hangingPunct="1"/>
            <a:r>
              <a:rPr lang="tr-TR" altLang="tr-TR"/>
              <a:t>Javascript’de nesne (object), ve nesnenin özellikleri (properties), genellikle HTML belgesinin adı (name) ve değeri (value) olan herşeydir. </a:t>
            </a:r>
          </a:p>
          <a:p>
            <a:pPr lvl="2" eaLnBrk="1" hangingPunct="1"/>
            <a:r>
              <a:rPr lang="tr-TR" altLang="tr-TR"/>
              <a:t>Pencere- window</a:t>
            </a:r>
          </a:p>
          <a:p>
            <a:pPr lvl="2" eaLnBrk="1" hangingPunct="1">
              <a:buFont typeface="Wingdings" panose="05000000000000000000" pitchFamily="2" charset="2"/>
              <a:buNone/>
            </a:pPr>
            <a:r>
              <a:rPr lang="tr-TR" altLang="tr-TR" sz="1800"/>
              <a:t>window.open("Url_adı" , "pencere_adı“ "pencere_özellikleri"); </a:t>
            </a:r>
          </a:p>
          <a:p>
            <a:pPr lvl="2" eaLnBrk="1" hangingPunct="1">
              <a:buFont typeface="Wingdings" panose="05000000000000000000" pitchFamily="2" charset="2"/>
              <a:buNone/>
            </a:pPr>
            <a:r>
              <a:rPr lang="tr-TR" altLang="tr-TR" sz="1800"/>
              <a:t>window.open("http://www.sem.metu.edu.tr")</a:t>
            </a:r>
          </a:p>
          <a:p>
            <a:pPr lvl="2" eaLnBrk="1" hangingPunct="1">
              <a:buFont typeface="Wingdings" panose="05000000000000000000" pitchFamily="2" charset="2"/>
              <a:buNone/>
            </a:pPr>
            <a:r>
              <a:rPr lang="en-US" altLang="tr-TR" sz="1800"/>
              <a:t>window.open("http://</a:t>
            </a:r>
            <a:r>
              <a:rPr lang="tr-TR" altLang="tr-TR" sz="1800"/>
              <a:t>www.metu.edu.tr</a:t>
            </a:r>
            <a:r>
              <a:rPr lang="en-US" altLang="tr-TR" sz="1800"/>
              <a:t>",</a:t>
            </a:r>
          </a:p>
          <a:p>
            <a:pPr lvl="2" eaLnBrk="1" hangingPunct="1">
              <a:buFont typeface="Wingdings" panose="05000000000000000000" pitchFamily="2" charset="2"/>
              <a:buNone/>
            </a:pPr>
            <a:r>
              <a:rPr lang="en-US" altLang="tr-TR" sz="1800"/>
              <a:t>“</a:t>
            </a:r>
            <a:r>
              <a:rPr lang="tr-TR" altLang="tr-TR" sz="1800"/>
              <a:t>yenisayfa</a:t>
            </a:r>
            <a:r>
              <a:rPr lang="en-US" altLang="tr-TR" sz="1800"/>
              <a:t>","location=1,status=1,scrollbars=1,menubar=no, toolbar=no, scrollbars, width=200,height=300");</a:t>
            </a:r>
            <a:endParaRPr lang="tr-TR" altLang="tr-TR" sz="1800"/>
          </a:p>
          <a:p>
            <a:pPr lvl="2" eaLnBrk="1" hangingPunct="1"/>
            <a:r>
              <a:rPr lang="tr-TR" altLang="tr-TR" sz="1800" b="1"/>
              <a:t>Form, düğme, metin, çevreçeve diğer örneklerdir.</a:t>
            </a:r>
          </a:p>
          <a:p>
            <a:pPr lvl="2" eaLnBrk="1" hangingPunct="1">
              <a:buFont typeface="Wingdings" panose="05000000000000000000" pitchFamily="2" charset="2"/>
              <a:buNone/>
            </a:pPr>
            <a:endParaRPr lang="tr-TR" altLang="tr-TR" sz="1800"/>
          </a:p>
          <a:p>
            <a:pPr lvl="2" eaLnBrk="1" hangingPunct="1"/>
            <a:endParaRPr lang="tr-TR" altLang="tr-TR" sz="1800"/>
          </a:p>
        </p:txBody>
      </p:sp>
      <p:sp>
        <p:nvSpPr>
          <p:cNvPr id="27652" name="Line 4">
            <a:extLst>
              <a:ext uri="{FF2B5EF4-FFF2-40B4-BE49-F238E27FC236}">
                <a16:creationId xmlns:a16="http://schemas.microsoft.com/office/drawing/2014/main" id="{5574511E-7E4B-D47D-5483-A50115899A06}"/>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98BACDEA-E497-539D-9328-FCC756624530}"/>
              </a:ext>
            </a:extLst>
          </p:cNvPr>
          <p:cNvSpPr>
            <a:spLocks noGrp="1"/>
          </p:cNvSpPr>
          <p:nvPr>
            <p:ph type="sldNum" sz="quarter" idx="12"/>
          </p:nvPr>
        </p:nvSpPr>
        <p:spPr/>
        <p:txBody>
          <a:bodyPr/>
          <a:lstStyle/>
          <a:p>
            <a:pPr>
              <a:defRPr/>
            </a:pPr>
            <a:fld id="{C2E76B57-1749-484A-BC30-43D176F9D50D}" type="slidenum">
              <a:rPr lang="tr-TR" altLang="en-US" smtClean="0"/>
              <a:pPr>
                <a:defRPr/>
              </a:pPr>
              <a:t>46</a:t>
            </a:fld>
            <a:endParaRPr lang="tr-TR"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FFA6F97-F2AA-7534-6630-C2B40158D115}"/>
              </a:ext>
            </a:extLst>
          </p:cNvPr>
          <p:cNvSpPr>
            <a:spLocks noGrp="1" noChangeArrowheads="1"/>
          </p:cNvSpPr>
          <p:nvPr>
            <p:ph type="title"/>
          </p:nvPr>
        </p:nvSpPr>
        <p:spPr/>
        <p:txBody>
          <a:bodyPr/>
          <a:lstStyle/>
          <a:p>
            <a:pPr eaLnBrk="1" hangingPunct="1"/>
            <a:r>
              <a:rPr lang="tr-TR" altLang="tr-TR" sz="3200"/>
              <a:t>Javascript-Olaylar-Events</a:t>
            </a:r>
          </a:p>
        </p:txBody>
      </p:sp>
      <p:sp>
        <p:nvSpPr>
          <p:cNvPr id="28675" name="Rectangle 3">
            <a:extLst>
              <a:ext uri="{FF2B5EF4-FFF2-40B4-BE49-F238E27FC236}">
                <a16:creationId xmlns:a16="http://schemas.microsoft.com/office/drawing/2014/main" id="{BEC7BAFC-AA8D-39CE-F433-EFEE97AC516D}"/>
              </a:ext>
            </a:extLst>
          </p:cNvPr>
          <p:cNvSpPr>
            <a:spLocks noGrp="1" noChangeArrowheads="1"/>
          </p:cNvSpPr>
          <p:nvPr>
            <p:ph type="body" idx="1"/>
          </p:nvPr>
        </p:nvSpPr>
        <p:spPr>
          <a:xfrm>
            <a:off x="457200" y="1719263"/>
            <a:ext cx="8229600" cy="4805362"/>
          </a:xfrm>
        </p:spPr>
        <p:txBody>
          <a:bodyPr/>
          <a:lstStyle/>
          <a:p>
            <a:pPr lvl="1" eaLnBrk="1" hangingPunct="1">
              <a:lnSpc>
                <a:spcPct val="80000"/>
              </a:lnSpc>
            </a:pPr>
            <a:r>
              <a:rPr lang="tr-TR" altLang="tr-TR" sz="1700"/>
              <a:t>Javascriptde nesnelerini tetikleyenler unsurlardır</a:t>
            </a:r>
          </a:p>
          <a:p>
            <a:pPr lvl="2" eaLnBrk="1" hangingPunct="1">
              <a:lnSpc>
                <a:spcPct val="80000"/>
              </a:lnSpc>
            </a:pPr>
            <a:r>
              <a:rPr lang="tr-TR" altLang="tr-TR" sz="1600" b="1"/>
              <a:t>Örnegin; Fare linklerin üzerinde geldiginde, "onMouseOver" özelliği tetiklenmiş olur.</a:t>
            </a:r>
            <a:r>
              <a:rPr lang="tr-TR" altLang="tr-TR" sz="1600"/>
              <a:t> </a:t>
            </a:r>
            <a:r>
              <a:rPr lang="tr-TR" altLang="tr-TR" sz="1600" b="1"/>
              <a:t>Eğer linki tıklarsa, bu sefer "onClick" tetiklenmiş olur. </a:t>
            </a:r>
          </a:p>
          <a:p>
            <a:pPr lvl="2" eaLnBrk="1" hangingPunct="1">
              <a:lnSpc>
                <a:spcPct val="80000"/>
              </a:lnSpc>
            </a:pPr>
            <a:endParaRPr lang="tr-TR" altLang="tr-TR" sz="1600" b="1"/>
          </a:p>
          <a:p>
            <a:pPr lvl="2" eaLnBrk="1" hangingPunct="1">
              <a:lnSpc>
                <a:spcPct val="80000"/>
              </a:lnSpc>
            </a:pPr>
            <a:r>
              <a:rPr lang="tr-TR" altLang="tr-TR" sz="1600"/>
              <a:t>1. onclick Fareyle tıklamayı ifade eder.</a:t>
            </a:r>
          </a:p>
          <a:p>
            <a:pPr lvl="2" eaLnBrk="1" hangingPunct="1">
              <a:lnSpc>
                <a:spcPct val="80000"/>
              </a:lnSpc>
            </a:pPr>
            <a:r>
              <a:rPr lang="tr-TR" altLang="tr-TR" sz="1600"/>
              <a:t>2. ondblclick Fareyle çift tıklamayı ifade eder.</a:t>
            </a:r>
          </a:p>
          <a:p>
            <a:pPr lvl="2" eaLnBrk="1" hangingPunct="1">
              <a:lnSpc>
                <a:spcPct val="80000"/>
              </a:lnSpc>
            </a:pPr>
            <a:r>
              <a:rPr lang="tr-TR" altLang="tr-TR" sz="1600"/>
              <a:t>3. onmouseover Farenin imleciyle üzerine gelmeyi ifade eder.</a:t>
            </a:r>
          </a:p>
          <a:p>
            <a:pPr lvl="2" eaLnBrk="1" hangingPunct="1">
              <a:lnSpc>
                <a:spcPct val="80000"/>
              </a:lnSpc>
            </a:pPr>
            <a:r>
              <a:rPr lang="tr-TR" altLang="tr-TR" sz="1600"/>
              <a:t>4. onmouseout Farenin imlecini üzerinden çekmeyi ifade eder.</a:t>
            </a:r>
          </a:p>
          <a:p>
            <a:pPr lvl="2" eaLnBrk="1" hangingPunct="1">
              <a:lnSpc>
                <a:spcPct val="80000"/>
              </a:lnSpc>
            </a:pPr>
            <a:r>
              <a:rPr lang="tr-TR" altLang="tr-TR" sz="1600"/>
              <a:t>5. onmousedown Fare düğmesine basmayı ifade eder.</a:t>
            </a:r>
          </a:p>
          <a:p>
            <a:pPr lvl="2" eaLnBrk="1" hangingPunct="1">
              <a:lnSpc>
                <a:spcPct val="80000"/>
              </a:lnSpc>
            </a:pPr>
            <a:r>
              <a:rPr lang="tr-TR" altLang="tr-TR" sz="1600"/>
              <a:t>6. onmouseup Fare düğmesini bırakmayı ifade eder.</a:t>
            </a:r>
          </a:p>
          <a:p>
            <a:pPr lvl="2" eaLnBrk="1" hangingPunct="1">
              <a:lnSpc>
                <a:spcPct val="80000"/>
              </a:lnSpc>
            </a:pPr>
            <a:r>
              <a:rPr lang="tr-TR" altLang="tr-TR" sz="1600"/>
              <a:t>7. onload Sayfanın yüklenmesini ifade eder.</a:t>
            </a:r>
          </a:p>
          <a:p>
            <a:pPr lvl="2" eaLnBrk="1" hangingPunct="1">
              <a:lnSpc>
                <a:spcPct val="80000"/>
              </a:lnSpc>
            </a:pPr>
            <a:r>
              <a:rPr lang="tr-TR" altLang="tr-TR" sz="1600"/>
              <a:t>8. onunload Sayfanın kapatılmasını ifade eder.</a:t>
            </a:r>
          </a:p>
          <a:p>
            <a:pPr lvl="2" eaLnBrk="1" hangingPunct="1">
              <a:lnSpc>
                <a:spcPct val="80000"/>
              </a:lnSpc>
            </a:pPr>
            <a:r>
              <a:rPr lang="tr-TR" altLang="tr-TR" sz="1600"/>
              <a:t>9. onchange Form aracının değişmesini ifade eder.</a:t>
            </a:r>
          </a:p>
          <a:p>
            <a:pPr lvl="2" eaLnBrk="1" hangingPunct="1">
              <a:lnSpc>
                <a:spcPct val="80000"/>
              </a:lnSpc>
            </a:pPr>
            <a:r>
              <a:rPr lang="tr-TR" altLang="tr-TR" sz="1600"/>
              <a:t>10. onsubmit Form bilgilerinin gönderilmesini ifade eder.</a:t>
            </a:r>
          </a:p>
          <a:p>
            <a:pPr lvl="2" eaLnBrk="1" hangingPunct="1">
              <a:lnSpc>
                <a:spcPct val="80000"/>
              </a:lnSpc>
            </a:pPr>
            <a:r>
              <a:rPr lang="tr-TR" altLang="tr-TR" sz="1600"/>
              <a:t>11. onreset Form bilgilerinin silinmesini ifade eder.</a:t>
            </a:r>
          </a:p>
          <a:p>
            <a:pPr lvl="2" eaLnBrk="1" hangingPunct="1">
              <a:lnSpc>
                <a:spcPct val="80000"/>
              </a:lnSpc>
            </a:pPr>
            <a:r>
              <a:rPr lang="tr-TR" altLang="tr-TR" sz="1600"/>
              <a:t>12. onselect Form aracının seçilmesini ifade eder.</a:t>
            </a:r>
          </a:p>
          <a:p>
            <a:pPr lvl="2" eaLnBrk="1" hangingPunct="1">
              <a:lnSpc>
                <a:spcPct val="80000"/>
              </a:lnSpc>
            </a:pPr>
            <a:r>
              <a:rPr lang="tr-TR" altLang="tr-TR" sz="1600"/>
              <a:t>13. onblur Form aracının pasif hale geçmesini ifade eder.</a:t>
            </a:r>
          </a:p>
          <a:p>
            <a:pPr lvl="2" eaLnBrk="1" hangingPunct="1">
              <a:lnSpc>
                <a:spcPct val="80000"/>
              </a:lnSpc>
            </a:pPr>
            <a:r>
              <a:rPr lang="tr-TR" altLang="tr-TR" sz="1600"/>
              <a:t>14. onfocus Form aracının aktif hale geçmesini ifade eder. </a:t>
            </a:r>
            <a:endParaRPr lang="tr-TR" altLang="tr-TR" sz="1200" b="1"/>
          </a:p>
          <a:p>
            <a:pPr lvl="2" eaLnBrk="1" hangingPunct="1">
              <a:lnSpc>
                <a:spcPct val="80000"/>
              </a:lnSpc>
              <a:buFont typeface="Wingdings" panose="05000000000000000000" pitchFamily="2" charset="2"/>
              <a:buNone/>
            </a:pPr>
            <a:endParaRPr lang="tr-TR" altLang="tr-TR" sz="1200"/>
          </a:p>
          <a:p>
            <a:pPr lvl="2" eaLnBrk="1" hangingPunct="1">
              <a:lnSpc>
                <a:spcPct val="80000"/>
              </a:lnSpc>
            </a:pPr>
            <a:endParaRPr lang="tr-TR" altLang="tr-TR" sz="1200"/>
          </a:p>
        </p:txBody>
      </p:sp>
      <p:sp>
        <p:nvSpPr>
          <p:cNvPr id="28676" name="Line 4">
            <a:extLst>
              <a:ext uri="{FF2B5EF4-FFF2-40B4-BE49-F238E27FC236}">
                <a16:creationId xmlns:a16="http://schemas.microsoft.com/office/drawing/2014/main" id="{37F635E1-45B2-7C08-E2EF-BE26C7D72847}"/>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7B12B349-A94D-CDC9-9F98-DCB1AE3E9705}"/>
              </a:ext>
            </a:extLst>
          </p:cNvPr>
          <p:cNvSpPr>
            <a:spLocks noGrp="1"/>
          </p:cNvSpPr>
          <p:nvPr>
            <p:ph type="sldNum" sz="quarter" idx="12"/>
          </p:nvPr>
        </p:nvSpPr>
        <p:spPr/>
        <p:txBody>
          <a:bodyPr/>
          <a:lstStyle/>
          <a:p>
            <a:pPr>
              <a:defRPr/>
            </a:pPr>
            <a:fld id="{C2E76B57-1749-484A-BC30-43D176F9D50D}" type="slidenum">
              <a:rPr lang="tr-TR" altLang="en-US" smtClean="0"/>
              <a:pPr>
                <a:defRPr/>
              </a:pPr>
              <a:t>47</a:t>
            </a:fld>
            <a:endParaRPr lang="tr-TR"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6347DBF-56C3-7BD9-3605-C33EC70E4534}"/>
              </a:ext>
            </a:extLst>
          </p:cNvPr>
          <p:cNvSpPr>
            <a:spLocks noGrp="1" noChangeArrowheads="1"/>
          </p:cNvSpPr>
          <p:nvPr>
            <p:ph type="title"/>
          </p:nvPr>
        </p:nvSpPr>
        <p:spPr/>
        <p:txBody>
          <a:bodyPr/>
          <a:lstStyle/>
          <a:p>
            <a:pPr eaLnBrk="1" hangingPunct="1"/>
            <a:r>
              <a:rPr lang="tr-TR" altLang="tr-TR" sz="3200"/>
              <a:t>Javascript-Olaylar-Events-Örnek</a:t>
            </a:r>
          </a:p>
        </p:txBody>
      </p:sp>
      <p:sp>
        <p:nvSpPr>
          <p:cNvPr id="29699" name="Rectangle 3">
            <a:extLst>
              <a:ext uri="{FF2B5EF4-FFF2-40B4-BE49-F238E27FC236}">
                <a16:creationId xmlns:a16="http://schemas.microsoft.com/office/drawing/2014/main" id="{8C448AF1-A0E1-6242-2315-CB889DE49253}"/>
              </a:ext>
            </a:extLst>
          </p:cNvPr>
          <p:cNvSpPr>
            <a:spLocks noGrp="1" noChangeArrowheads="1"/>
          </p:cNvSpPr>
          <p:nvPr>
            <p:ph type="body" idx="1"/>
          </p:nvPr>
        </p:nvSpPr>
        <p:spPr>
          <a:xfrm>
            <a:off x="457200" y="1719263"/>
            <a:ext cx="8229600" cy="4805362"/>
          </a:xfrm>
        </p:spPr>
        <p:txBody>
          <a:bodyPr/>
          <a:lstStyle/>
          <a:p>
            <a:pPr lvl="1" eaLnBrk="1" hangingPunct="1">
              <a:lnSpc>
                <a:spcPct val="80000"/>
              </a:lnSpc>
            </a:pPr>
            <a:r>
              <a:rPr lang="tr-TR" altLang="tr-TR" sz="2200" b="1"/>
              <a:t>Onclick olayına örnek:</a:t>
            </a:r>
          </a:p>
          <a:p>
            <a:pPr lvl="2" eaLnBrk="1" hangingPunct="1">
              <a:lnSpc>
                <a:spcPct val="80000"/>
              </a:lnSpc>
              <a:buFont typeface="Wingdings" panose="05000000000000000000" pitchFamily="2" charset="2"/>
              <a:buNone/>
            </a:pPr>
            <a:r>
              <a:rPr lang="tr-TR" altLang="tr-TR" sz="2100"/>
              <a:t>    &lt;html&gt;</a:t>
            </a:r>
            <a:br>
              <a:rPr lang="tr-TR" altLang="tr-TR" sz="2100"/>
            </a:br>
            <a:r>
              <a:rPr lang="tr-TR" altLang="tr-TR" sz="2100"/>
              <a:t>&lt;head&gt;</a:t>
            </a:r>
            <a:br>
              <a:rPr lang="tr-TR" altLang="tr-TR" sz="2100"/>
            </a:br>
            <a:r>
              <a:rPr lang="tr-TR" altLang="tr-TR" sz="2100"/>
              <a:t>&lt;script language="javascript"&gt;</a:t>
            </a:r>
            <a:br>
              <a:rPr lang="tr-TR" altLang="tr-TR" sz="2100"/>
            </a:br>
            <a:r>
              <a:rPr lang="tr-TR" altLang="tr-TR" sz="2100"/>
              <a:t>    function tiklandi() </a:t>
            </a:r>
            <a:br>
              <a:rPr lang="tr-TR" altLang="tr-TR" sz="2100"/>
            </a:br>
            <a:r>
              <a:rPr lang="tr-TR" altLang="tr-TR" sz="2100"/>
              <a:t>     {</a:t>
            </a:r>
          </a:p>
          <a:p>
            <a:pPr lvl="2" eaLnBrk="1" hangingPunct="1">
              <a:lnSpc>
                <a:spcPct val="80000"/>
              </a:lnSpc>
              <a:buFont typeface="Wingdings" panose="05000000000000000000" pitchFamily="2" charset="2"/>
              <a:buNone/>
            </a:pPr>
            <a:r>
              <a:rPr lang="tr-TR" altLang="tr-TR" sz="2100"/>
              <a:t>           alert ("tikladiniz");</a:t>
            </a:r>
          </a:p>
          <a:p>
            <a:pPr lvl="2" eaLnBrk="1" hangingPunct="1">
              <a:lnSpc>
                <a:spcPct val="80000"/>
              </a:lnSpc>
              <a:buFont typeface="Wingdings" panose="05000000000000000000" pitchFamily="2" charset="2"/>
              <a:buNone/>
            </a:pPr>
            <a:r>
              <a:rPr lang="tr-TR" altLang="tr-TR" sz="2100"/>
              <a:t>         }</a:t>
            </a:r>
            <a:br>
              <a:rPr lang="tr-TR" altLang="tr-TR" sz="2100"/>
            </a:br>
            <a:r>
              <a:rPr lang="tr-TR" altLang="tr-TR" sz="2100"/>
              <a:t>&lt;/script&gt;&lt;/head&gt;</a:t>
            </a:r>
            <a:br>
              <a:rPr lang="tr-TR" altLang="tr-TR" sz="2100"/>
            </a:br>
            <a:r>
              <a:rPr lang="tr-TR" altLang="tr-TR" sz="2100"/>
              <a:t>&lt;body&gt;</a:t>
            </a:r>
            <a:br>
              <a:rPr lang="tr-TR" altLang="tr-TR" sz="2100"/>
            </a:br>
            <a:r>
              <a:rPr lang="tr-TR" altLang="tr-TR" sz="2100"/>
              <a:t>&lt;form&gt;</a:t>
            </a:r>
            <a:br>
              <a:rPr lang="tr-TR" altLang="tr-TR" sz="2100"/>
            </a:br>
            <a:r>
              <a:rPr lang="tr-TR" altLang="tr-TR" sz="2100"/>
              <a:t>&lt;input type="button" name="tikla" value="tikla" </a:t>
            </a:r>
            <a:r>
              <a:rPr lang="tr-TR" altLang="tr-TR" sz="2100">
                <a:solidFill>
                  <a:srgbClr val="FF0000"/>
                </a:solidFill>
              </a:rPr>
              <a:t>onClick=tiklandi()</a:t>
            </a:r>
            <a:r>
              <a:rPr lang="tr-TR" altLang="tr-TR" sz="2100"/>
              <a:t>&gt;</a:t>
            </a:r>
            <a:br>
              <a:rPr lang="tr-TR" altLang="tr-TR" sz="2100"/>
            </a:br>
            <a:r>
              <a:rPr lang="tr-TR" altLang="tr-TR" sz="2100"/>
              <a:t>&lt;/form&gt;</a:t>
            </a:r>
            <a:br>
              <a:rPr lang="tr-TR" altLang="tr-TR" sz="2100"/>
            </a:br>
            <a:r>
              <a:rPr lang="tr-TR" altLang="tr-TR" sz="2100"/>
              <a:t>&lt;/body&gt;</a:t>
            </a:r>
            <a:br>
              <a:rPr lang="tr-TR" altLang="tr-TR" sz="2100"/>
            </a:br>
            <a:r>
              <a:rPr lang="tr-TR" altLang="tr-TR" sz="2100"/>
              <a:t>&lt;/html&gt; </a:t>
            </a:r>
          </a:p>
        </p:txBody>
      </p:sp>
      <p:sp>
        <p:nvSpPr>
          <p:cNvPr id="29700" name="Line 4">
            <a:extLst>
              <a:ext uri="{FF2B5EF4-FFF2-40B4-BE49-F238E27FC236}">
                <a16:creationId xmlns:a16="http://schemas.microsoft.com/office/drawing/2014/main" id="{8B394103-6700-2C34-6695-014877FF0F79}"/>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3865CA4B-B3F2-6578-8976-A7AA0786DA1C}"/>
              </a:ext>
            </a:extLst>
          </p:cNvPr>
          <p:cNvSpPr>
            <a:spLocks noGrp="1"/>
          </p:cNvSpPr>
          <p:nvPr>
            <p:ph type="sldNum" sz="quarter" idx="12"/>
          </p:nvPr>
        </p:nvSpPr>
        <p:spPr/>
        <p:txBody>
          <a:bodyPr/>
          <a:lstStyle/>
          <a:p>
            <a:pPr>
              <a:defRPr/>
            </a:pPr>
            <a:fld id="{C2E76B57-1749-484A-BC30-43D176F9D50D}" type="slidenum">
              <a:rPr lang="tr-TR" altLang="en-US" smtClean="0"/>
              <a:pPr>
                <a:defRPr/>
              </a:pPr>
              <a:t>48</a:t>
            </a:fld>
            <a:endParaRPr lang="tr-TR"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388DEEB-5578-D5D3-799F-D84598AD15B0}"/>
              </a:ext>
            </a:extLst>
          </p:cNvPr>
          <p:cNvSpPr>
            <a:spLocks noGrp="1" noChangeArrowheads="1"/>
          </p:cNvSpPr>
          <p:nvPr>
            <p:ph type="title"/>
          </p:nvPr>
        </p:nvSpPr>
        <p:spPr/>
        <p:txBody>
          <a:bodyPr/>
          <a:lstStyle/>
          <a:p>
            <a:pPr eaLnBrk="1" hangingPunct="1"/>
            <a:r>
              <a:rPr lang="tr-TR" altLang="tr-TR" sz="3200"/>
              <a:t>Javascript-Olaylar-Events-Örnek</a:t>
            </a:r>
          </a:p>
        </p:txBody>
      </p:sp>
      <p:sp>
        <p:nvSpPr>
          <p:cNvPr id="30723" name="Rectangle 3">
            <a:extLst>
              <a:ext uri="{FF2B5EF4-FFF2-40B4-BE49-F238E27FC236}">
                <a16:creationId xmlns:a16="http://schemas.microsoft.com/office/drawing/2014/main" id="{7230C4B1-E1A4-6FB4-8CD0-000A5F520BF0}"/>
              </a:ext>
            </a:extLst>
          </p:cNvPr>
          <p:cNvSpPr>
            <a:spLocks noGrp="1" noChangeArrowheads="1"/>
          </p:cNvSpPr>
          <p:nvPr>
            <p:ph type="body" idx="1"/>
          </p:nvPr>
        </p:nvSpPr>
        <p:spPr>
          <a:xfrm>
            <a:off x="457200" y="1719263"/>
            <a:ext cx="8229600" cy="4805362"/>
          </a:xfrm>
        </p:spPr>
        <p:txBody>
          <a:bodyPr/>
          <a:lstStyle/>
          <a:p>
            <a:pPr lvl="1" eaLnBrk="1" hangingPunct="1"/>
            <a:r>
              <a:rPr lang="tr-TR" altLang="tr-TR" sz="2200" b="1"/>
              <a:t>Form elemanı örneği:</a:t>
            </a:r>
          </a:p>
          <a:p>
            <a:pPr lvl="2" eaLnBrk="1" hangingPunct="1">
              <a:buFont typeface="Wingdings" panose="05000000000000000000" pitchFamily="2" charset="2"/>
              <a:buNone/>
            </a:pPr>
            <a:r>
              <a:rPr lang="tr-TR" altLang="tr-TR" sz="2100"/>
              <a:t>    &lt;script language="Javascript"&gt;</a:t>
            </a:r>
          </a:p>
          <a:p>
            <a:pPr lvl="2" eaLnBrk="1" hangingPunct="1">
              <a:buFont typeface="Wingdings" panose="05000000000000000000" pitchFamily="2" charset="2"/>
              <a:buNone/>
            </a:pPr>
            <a:r>
              <a:rPr lang="tr-TR" altLang="tr-TR" sz="2100"/>
              <a:t>        function Goster (metin) {</a:t>
            </a:r>
          </a:p>
          <a:p>
            <a:pPr lvl="2" eaLnBrk="1" hangingPunct="1">
              <a:buFont typeface="Wingdings" panose="05000000000000000000" pitchFamily="2" charset="2"/>
              <a:buNone/>
            </a:pPr>
            <a:r>
              <a:rPr lang="tr-TR" altLang="tr-TR" sz="2100"/>
              <a:t>       alert(metin);</a:t>
            </a:r>
          </a:p>
          <a:p>
            <a:pPr lvl="2" eaLnBrk="1" hangingPunct="1">
              <a:buFont typeface="Wingdings" panose="05000000000000000000" pitchFamily="2" charset="2"/>
              <a:buNone/>
            </a:pPr>
            <a:r>
              <a:rPr lang="tr-TR" altLang="tr-TR" sz="2100"/>
              <a:t>        }</a:t>
            </a:r>
          </a:p>
          <a:p>
            <a:pPr lvl="2" eaLnBrk="1" hangingPunct="1">
              <a:buFont typeface="Wingdings" panose="05000000000000000000" pitchFamily="2" charset="2"/>
              <a:buNone/>
            </a:pPr>
            <a:r>
              <a:rPr lang="tr-TR" altLang="tr-TR" sz="2100"/>
              <a:t> &lt;/script&gt;</a:t>
            </a:r>
          </a:p>
          <a:p>
            <a:pPr lvl="2" eaLnBrk="1" hangingPunct="1">
              <a:buFont typeface="Wingdings" panose="05000000000000000000" pitchFamily="2" charset="2"/>
              <a:buNone/>
            </a:pPr>
            <a:r>
              <a:rPr lang="tr-TR" altLang="tr-TR" sz="2100"/>
              <a:t> &lt;form name="orn"&gt;</a:t>
            </a:r>
          </a:p>
          <a:p>
            <a:pPr lvl="2" eaLnBrk="1" hangingPunct="1">
              <a:buFont typeface="Wingdings" panose="05000000000000000000" pitchFamily="2" charset="2"/>
              <a:buNone/>
            </a:pPr>
            <a:r>
              <a:rPr lang="tr-TR" altLang="tr-TR" sz="2100"/>
              <a:t> &lt;input type="Text" name="text" value="Buraya gireceğiniz yazı butona basınca alert olarak gelecektir."&gt;</a:t>
            </a:r>
          </a:p>
          <a:p>
            <a:pPr lvl="2" eaLnBrk="1" hangingPunct="1">
              <a:buFont typeface="Wingdings" panose="05000000000000000000" pitchFamily="2" charset="2"/>
              <a:buNone/>
            </a:pPr>
            <a:r>
              <a:rPr lang="tr-TR" altLang="tr-TR" sz="2100"/>
              <a:t> &lt;input type="Button" name="buton" value="Buraya Basın" onclick="Goster(orn.text.value)"&gt;</a:t>
            </a:r>
          </a:p>
          <a:p>
            <a:pPr lvl="2" eaLnBrk="1" hangingPunct="1">
              <a:buFont typeface="Wingdings" panose="05000000000000000000" pitchFamily="2" charset="2"/>
              <a:buNone/>
            </a:pPr>
            <a:r>
              <a:rPr lang="tr-TR" altLang="tr-TR" sz="2100"/>
              <a:t> &lt;/form&gt; </a:t>
            </a:r>
          </a:p>
        </p:txBody>
      </p:sp>
      <p:sp>
        <p:nvSpPr>
          <p:cNvPr id="30724" name="Line 4">
            <a:extLst>
              <a:ext uri="{FF2B5EF4-FFF2-40B4-BE49-F238E27FC236}">
                <a16:creationId xmlns:a16="http://schemas.microsoft.com/office/drawing/2014/main" id="{BB40950E-18A0-D01C-6463-808F7A6C2803}"/>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691CEAB1-06F7-D926-7F02-4A10177285D1}"/>
              </a:ext>
            </a:extLst>
          </p:cNvPr>
          <p:cNvSpPr>
            <a:spLocks noGrp="1"/>
          </p:cNvSpPr>
          <p:nvPr>
            <p:ph type="sldNum" sz="quarter" idx="12"/>
          </p:nvPr>
        </p:nvSpPr>
        <p:spPr/>
        <p:txBody>
          <a:bodyPr/>
          <a:lstStyle/>
          <a:p>
            <a:pPr>
              <a:defRPr/>
            </a:pPr>
            <a:fld id="{C2E76B57-1749-484A-BC30-43D176F9D50D}" type="slidenum">
              <a:rPr lang="tr-TR" altLang="en-US" smtClean="0"/>
              <a:pPr>
                <a:defRPr/>
              </a:pPr>
              <a:t>49</a:t>
            </a:fld>
            <a:endParaRPr lang="tr-TR"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CF546D3-CB87-F89A-FE55-DEA2569EC70D}"/>
              </a:ext>
            </a:extLst>
          </p:cNvPr>
          <p:cNvSpPr>
            <a:spLocks noGrp="1" noChangeArrowheads="1"/>
          </p:cNvSpPr>
          <p:nvPr>
            <p:ph type="title"/>
          </p:nvPr>
        </p:nvSpPr>
        <p:spPr/>
        <p:txBody>
          <a:bodyPr/>
          <a:lstStyle/>
          <a:p>
            <a:pPr eaLnBrk="1" hangingPunct="1"/>
            <a:r>
              <a:rPr lang="tr-TR" altLang="tr-TR" sz="3200"/>
              <a:t>Javascript-Date komutları</a:t>
            </a:r>
          </a:p>
        </p:txBody>
      </p:sp>
      <p:sp>
        <p:nvSpPr>
          <p:cNvPr id="31747" name="Rectangle 3">
            <a:extLst>
              <a:ext uri="{FF2B5EF4-FFF2-40B4-BE49-F238E27FC236}">
                <a16:creationId xmlns:a16="http://schemas.microsoft.com/office/drawing/2014/main" id="{DFA11EC4-F4AF-30F7-7980-4B55C2767F8F}"/>
              </a:ext>
            </a:extLst>
          </p:cNvPr>
          <p:cNvSpPr>
            <a:spLocks noGrp="1" noChangeArrowheads="1"/>
          </p:cNvSpPr>
          <p:nvPr>
            <p:ph type="body" idx="1"/>
          </p:nvPr>
        </p:nvSpPr>
        <p:spPr>
          <a:xfrm>
            <a:off x="457200" y="1719263"/>
            <a:ext cx="8229600" cy="4805362"/>
          </a:xfrm>
        </p:spPr>
        <p:txBody>
          <a:bodyPr/>
          <a:lstStyle/>
          <a:p>
            <a:pPr lvl="1" eaLnBrk="1" hangingPunct="1">
              <a:lnSpc>
                <a:spcPct val="80000"/>
              </a:lnSpc>
            </a:pPr>
            <a:r>
              <a:rPr lang="tr-TR" altLang="tr-TR" sz="2200"/>
              <a:t>new Date() bu kod bir değişkene bilgisayarın saatindeki zaman degerini verir.</a:t>
            </a:r>
          </a:p>
          <a:p>
            <a:pPr lvl="2" eaLnBrk="1" hangingPunct="1">
              <a:lnSpc>
                <a:spcPct val="80000"/>
              </a:lnSpc>
              <a:buFont typeface="Wingdings" panose="05000000000000000000" pitchFamily="2" charset="2"/>
              <a:buNone/>
            </a:pPr>
            <a:r>
              <a:rPr lang="tr-TR" altLang="tr-TR" sz="2100"/>
              <a:t>Örnek: var takvim: new Date(); </a:t>
            </a:r>
          </a:p>
          <a:p>
            <a:pPr lvl="2" eaLnBrk="1" hangingPunct="1">
              <a:lnSpc>
                <a:spcPct val="80000"/>
              </a:lnSpc>
              <a:buFont typeface="Wingdings" panose="05000000000000000000" pitchFamily="2" charset="2"/>
              <a:buNone/>
            </a:pPr>
            <a:endParaRPr lang="tr-TR" altLang="tr-TR" sz="2100"/>
          </a:p>
          <a:p>
            <a:pPr lvl="2" eaLnBrk="1" hangingPunct="1">
              <a:lnSpc>
                <a:spcPct val="80000"/>
              </a:lnSpc>
              <a:buFont typeface="Wingdings" panose="05000000000000000000" pitchFamily="2" charset="2"/>
              <a:buNone/>
            </a:pPr>
            <a:r>
              <a:rPr lang="tr-TR" altLang="tr-TR" sz="2100"/>
              <a:t>getDate() : Ayın kaçı olduğunu gösterir.</a:t>
            </a:r>
          </a:p>
          <a:p>
            <a:pPr lvl="2" eaLnBrk="1" hangingPunct="1">
              <a:lnSpc>
                <a:spcPct val="80000"/>
              </a:lnSpc>
              <a:buFont typeface="Wingdings" panose="05000000000000000000" pitchFamily="2" charset="2"/>
              <a:buNone/>
            </a:pPr>
            <a:r>
              <a:rPr lang="tr-TR" altLang="tr-TR" sz="2100"/>
              <a:t>getMonth() : Hangi ayda olduğumuzu gösterir. Ocak için 0, Şubat için 1, Mart için 2, ..., Aralık için 11 değerini verir.</a:t>
            </a:r>
          </a:p>
          <a:p>
            <a:pPr lvl="2" eaLnBrk="1" hangingPunct="1">
              <a:lnSpc>
                <a:spcPct val="80000"/>
              </a:lnSpc>
              <a:buFont typeface="Wingdings" panose="05000000000000000000" pitchFamily="2" charset="2"/>
              <a:buNone/>
            </a:pPr>
            <a:r>
              <a:rPr lang="tr-TR" altLang="tr-TR" sz="2100"/>
              <a:t>getFullYear() : İçinde bulunduğumuz yılı dört rakamıyla gösterir.</a:t>
            </a:r>
          </a:p>
          <a:p>
            <a:pPr lvl="2" eaLnBrk="1" hangingPunct="1">
              <a:lnSpc>
                <a:spcPct val="80000"/>
              </a:lnSpc>
              <a:buFont typeface="Wingdings" panose="05000000000000000000" pitchFamily="2" charset="2"/>
              <a:buNone/>
            </a:pPr>
            <a:r>
              <a:rPr lang="tr-TR" altLang="tr-TR" sz="2100"/>
              <a:t>getHours() : Saat değerini ifade eder. 24`lük sistem kullanılır.</a:t>
            </a:r>
          </a:p>
          <a:p>
            <a:pPr lvl="2" eaLnBrk="1" hangingPunct="1">
              <a:lnSpc>
                <a:spcPct val="80000"/>
              </a:lnSpc>
              <a:buFont typeface="Wingdings" panose="05000000000000000000" pitchFamily="2" charset="2"/>
              <a:buNone/>
            </a:pPr>
            <a:r>
              <a:rPr lang="tr-TR" altLang="tr-TR" sz="2100"/>
              <a:t>getMinutes() : Dakika değerini ifade eder.</a:t>
            </a:r>
          </a:p>
          <a:p>
            <a:pPr lvl="2" eaLnBrk="1" hangingPunct="1">
              <a:lnSpc>
                <a:spcPct val="80000"/>
              </a:lnSpc>
              <a:buFont typeface="Wingdings" panose="05000000000000000000" pitchFamily="2" charset="2"/>
              <a:buNone/>
            </a:pPr>
            <a:r>
              <a:rPr lang="tr-TR" altLang="tr-TR" sz="2100"/>
              <a:t>getSeconds() : Saniye değerini ifade eder.</a:t>
            </a:r>
          </a:p>
          <a:p>
            <a:pPr lvl="2" eaLnBrk="1" hangingPunct="1">
              <a:lnSpc>
                <a:spcPct val="80000"/>
              </a:lnSpc>
              <a:buFont typeface="Wingdings" panose="05000000000000000000" pitchFamily="2" charset="2"/>
              <a:buNone/>
            </a:pPr>
            <a:r>
              <a:rPr lang="tr-TR" altLang="tr-TR" sz="2100"/>
              <a:t>getDay() : Haftanın günlerini ifade eder. Pazar için 0, Pazartesi için 1, Salı için 2, ..., Cumartesi için 6 değerini verir.</a:t>
            </a:r>
          </a:p>
        </p:txBody>
      </p:sp>
      <p:sp>
        <p:nvSpPr>
          <p:cNvPr id="31748" name="Line 4">
            <a:extLst>
              <a:ext uri="{FF2B5EF4-FFF2-40B4-BE49-F238E27FC236}">
                <a16:creationId xmlns:a16="http://schemas.microsoft.com/office/drawing/2014/main" id="{34FACC59-5EC9-602D-AC2A-EADBDDDBD80C}"/>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 name="Slide Number Placeholder 1">
            <a:extLst>
              <a:ext uri="{FF2B5EF4-FFF2-40B4-BE49-F238E27FC236}">
                <a16:creationId xmlns:a16="http://schemas.microsoft.com/office/drawing/2014/main" id="{9C790298-9452-65D9-1349-600C37678F3E}"/>
              </a:ext>
            </a:extLst>
          </p:cNvPr>
          <p:cNvSpPr>
            <a:spLocks noGrp="1"/>
          </p:cNvSpPr>
          <p:nvPr>
            <p:ph type="sldNum" sz="quarter" idx="12"/>
          </p:nvPr>
        </p:nvSpPr>
        <p:spPr/>
        <p:txBody>
          <a:bodyPr/>
          <a:lstStyle/>
          <a:p>
            <a:pPr>
              <a:defRPr/>
            </a:pPr>
            <a:fld id="{C2E76B57-1749-484A-BC30-43D176F9D50D}" type="slidenum">
              <a:rPr lang="tr-TR" altLang="en-US" smtClean="0"/>
              <a:pPr>
                <a:defRPr/>
              </a:pPr>
              <a:t>50</a:t>
            </a:fld>
            <a:endParaRPr lang="tr-TR"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0A703E3-8240-D2F8-F6E6-5C2DD4F0D656}"/>
              </a:ext>
            </a:extLst>
          </p:cNvPr>
          <p:cNvSpPr>
            <a:spLocks noGrp="1" noChangeArrowheads="1"/>
          </p:cNvSpPr>
          <p:nvPr>
            <p:ph type="title"/>
          </p:nvPr>
        </p:nvSpPr>
        <p:spPr/>
        <p:txBody>
          <a:bodyPr/>
          <a:lstStyle/>
          <a:p>
            <a:pPr eaLnBrk="1" hangingPunct="1"/>
            <a:r>
              <a:rPr lang="tr-TR" altLang="tr-TR" sz="3200"/>
              <a:t>Javascript- Değişkenler</a:t>
            </a:r>
          </a:p>
        </p:txBody>
      </p:sp>
      <p:sp>
        <p:nvSpPr>
          <p:cNvPr id="17411" name="Rectangle 3">
            <a:extLst>
              <a:ext uri="{FF2B5EF4-FFF2-40B4-BE49-F238E27FC236}">
                <a16:creationId xmlns:a16="http://schemas.microsoft.com/office/drawing/2014/main" id="{9377F621-CD76-CF5F-E0C8-38251C76699B}"/>
              </a:ext>
            </a:extLst>
          </p:cNvPr>
          <p:cNvSpPr>
            <a:spLocks noGrp="1" noChangeArrowheads="1"/>
          </p:cNvSpPr>
          <p:nvPr>
            <p:ph type="body" idx="1"/>
          </p:nvPr>
        </p:nvSpPr>
        <p:spPr>
          <a:xfrm>
            <a:off x="457200" y="1719263"/>
            <a:ext cx="8229600" cy="4805362"/>
          </a:xfrm>
        </p:spPr>
        <p:txBody>
          <a:bodyPr/>
          <a:lstStyle/>
          <a:p>
            <a:pPr lvl="1" eaLnBrk="1" hangingPunct="1"/>
            <a:r>
              <a:rPr lang="tr-TR" altLang="tr-TR" sz="3000"/>
              <a:t>Değişkenler verileri saklarlar ve onlara erişimi sağlarlar </a:t>
            </a:r>
          </a:p>
          <a:p>
            <a:pPr lvl="1" eaLnBrk="1" hangingPunct="1"/>
            <a:r>
              <a:rPr lang="tr-TR" altLang="tr-TR"/>
              <a:t>Numbers Integer ve kayan noktalı sayılar içerir</a:t>
            </a:r>
          </a:p>
          <a:p>
            <a:pPr lvl="1" eaLnBrk="1" hangingPunct="1"/>
            <a:r>
              <a:rPr lang="tr-TR" altLang="tr-TR"/>
              <a:t>Booleans True ya da False </a:t>
            </a:r>
          </a:p>
          <a:p>
            <a:pPr lvl="1" eaLnBrk="1" hangingPunct="1"/>
            <a:r>
              <a:rPr lang="tr-TR" altLang="tr-TR"/>
              <a:t>Strings Karakter bilgi içeren bir değişkendir </a:t>
            </a:r>
          </a:p>
          <a:p>
            <a:pPr lvl="1" eaLnBrk="1" hangingPunct="1"/>
            <a:r>
              <a:rPr lang="tr-TR" altLang="tr-TR"/>
              <a:t>Objects nesne= new Object(); </a:t>
            </a:r>
          </a:p>
          <a:p>
            <a:pPr lvl="2" eaLnBrk="1" hangingPunct="1"/>
            <a:r>
              <a:rPr lang="tr-TR" altLang="tr-TR"/>
              <a:t>Nesne tanımlamak için kullanılır</a:t>
            </a:r>
          </a:p>
        </p:txBody>
      </p:sp>
      <p:sp>
        <p:nvSpPr>
          <p:cNvPr id="17412" name="Line 4">
            <a:extLst>
              <a:ext uri="{FF2B5EF4-FFF2-40B4-BE49-F238E27FC236}">
                <a16:creationId xmlns:a16="http://schemas.microsoft.com/office/drawing/2014/main" id="{498C766F-65DB-16A1-29C0-F156F50ED299}"/>
              </a:ext>
            </a:extLst>
          </p:cNvPr>
          <p:cNvSpPr>
            <a:spLocks noChangeShapeType="1"/>
          </p:cNvSpPr>
          <p:nvPr/>
        </p:nvSpPr>
        <p:spPr bwMode="auto">
          <a:xfrm>
            <a:off x="395288" y="1557338"/>
            <a:ext cx="7775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7413" name="Rectangle 5">
            <a:extLst>
              <a:ext uri="{FF2B5EF4-FFF2-40B4-BE49-F238E27FC236}">
                <a16:creationId xmlns:a16="http://schemas.microsoft.com/office/drawing/2014/main" id="{F3B393C1-BC83-1E66-9714-9004653D08A7}"/>
              </a:ext>
            </a:extLst>
          </p:cNvPr>
          <p:cNvSpPr>
            <a:spLocks noChangeArrowheads="1"/>
          </p:cNvSpPr>
          <p:nvPr/>
        </p:nvSpPr>
        <p:spPr bwMode="auto">
          <a:xfrm>
            <a:off x="3492500" y="5100638"/>
            <a:ext cx="2678113"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tr-TR" altLang="tr-TR" sz="2200" b="1"/>
              <a:t>var a= 100;</a:t>
            </a:r>
            <a:br>
              <a:rPr lang="tr-TR" altLang="tr-TR" sz="2200" b="1"/>
            </a:br>
            <a:r>
              <a:rPr lang="tr-TR" altLang="tr-TR" sz="2200" b="1"/>
              <a:t>var katsayi= 3.14;</a:t>
            </a:r>
            <a:br>
              <a:rPr lang="tr-TR" altLang="tr-TR" sz="2200" b="1"/>
            </a:br>
            <a:r>
              <a:rPr lang="tr-TR" altLang="tr-TR" sz="2200" b="1"/>
              <a:t>var cevap= true;</a:t>
            </a:r>
            <a:br>
              <a:rPr lang="tr-TR" altLang="tr-TR" sz="2200" b="1"/>
            </a:br>
            <a:r>
              <a:rPr lang="tr-TR" altLang="tr-TR" sz="2200" b="1"/>
              <a:t>var satir=“selam”; </a:t>
            </a:r>
          </a:p>
        </p:txBody>
      </p:sp>
      <p:sp>
        <p:nvSpPr>
          <p:cNvPr id="2" name="Slide Number Placeholder 1">
            <a:extLst>
              <a:ext uri="{FF2B5EF4-FFF2-40B4-BE49-F238E27FC236}">
                <a16:creationId xmlns:a16="http://schemas.microsoft.com/office/drawing/2014/main" id="{22249482-6808-1364-CC0B-131EF016423D}"/>
              </a:ext>
            </a:extLst>
          </p:cNvPr>
          <p:cNvSpPr>
            <a:spLocks noGrp="1"/>
          </p:cNvSpPr>
          <p:nvPr>
            <p:ph type="sldNum" sz="quarter" idx="12"/>
          </p:nvPr>
        </p:nvSpPr>
        <p:spPr/>
        <p:txBody>
          <a:bodyPr/>
          <a:lstStyle/>
          <a:p>
            <a:pPr>
              <a:defRPr/>
            </a:pPr>
            <a:fld id="{C2E76B57-1749-484A-BC30-43D176F9D50D}" type="slidenum">
              <a:rPr lang="tr-TR" altLang="en-US" smtClean="0"/>
              <a:pPr>
                <a:defRPr/>
              </a:pPr>
              <a:t>51</a:t>
            </a:fld>
            <a:endParaRPr lang="tr-TR" altLang="en-US"/>
          </a:p>
        </p:txBody>
      </p: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Custom 1">
      <a:majorFont>
        <a:latin typeface="Ralew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1959</TotalTime>
  <Words>3201</Words>
  <Application>Microsoft Office PowerPoint</Application>
  <PresentationFormat>On-screen Show (4:3)</PresentationFormat>
  <Paragraphs>353</Paragraphs>
  <Slides>51</Slides>
  <Notes>0</Notes>
  <HiddenSlides>14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Consolas</vt:lpstr>
      <vt:lpstr>Google Sans</vt:lpstr>
      <vt:lpstr>Google Sans Text</vt:lpstr>
      <vt:lpstr>Raleway</vt:lpstr>
      <vt:lpstr>Wingdings</vt:lpstr>
      <vt:lpstr>Network</vt:lpstr>
      <vt:lpstr>Javascript</vt:lpstr>
      <vt:lpstr>JavaScript</vt:lpstr>
      <vt:lpstr>JavaScript Amacı</vt:lpstr>
      <vt:lpstr>Web Tarayıcıda Nasıl Render Edilir?</vt:lpstr>
      <vt:lpstr>Nasıl Kullanılır?</vt:lpstr>
      <vt:lpstr>Harici Kullanım - JavaScript Kodlarını Kaynak Dosyada Saklamanın Avantajları</vt:lpstr>
      <vt:lpstr>Javascript</vt:lpstr>
      <vt:lpstr>JavaScript Söz Dizimi Kuralları</vt:lpstr>
      <vt:lpstr>JavaScript Nerede Çalışır? (Mutfak: Browser Console)</vt:lpstr>
      <vt:lpstr>Javascript-Alert İkaz Metodu</vt:lpstr>
      <vt:lpstr>Javascript-Confirm Metodu</vt:lpstr>
      <vt:lpstr>Javascript-Prompt Metodu</vt:lpstr>
      <vt:lpstr>İlk Kod - Dahili</vt:lpstr>
      <vt:lpstr>İlk Kod - Harici</vt:lpstr>
      <vt:lpstr>JS Temelleri</vt:lpstr>
      <vt:lpstr>Değişkenler: Verinin "Saklama Kapları"</vt:lpstr>
      <vt:lpstr>Değişken Adı Kuralları</vt:lpstr>
      <vt:lpstr>var</vt:lpstr>
      <vt:lpstr>let</vt:lpstr>
      <vt:lpstr>const</vt:lpstr>
      <vt:lpstr>var – let – const karşılaştırma</vt:lpstr>
      <vt:lpstr>Dikkat!!! - "Hata Yaparsan Yanarsın" Köşesi: Hoisting (Yukarı Çekme)</vt:lpstr>
      <vt:lpstr>VAR / LET Kıyaslaması</vt:lpstr>
      <vt:lpstr>Koddaki Hata nedir?</vt:lpstr>
      <vt:lpstr>Veri Tipleri: "Kutunun İçinde Ne Var?"</vt:lpstr>
      <vt:lpstr>Veri Tipleri</vt:lpstr>
      <vt:lpstr>Null vs Undefined</vt:lpstr>
      <vt:lpstr>Veri Türünü Tespit</vt:lpstr>
      <vt:lpstr>İlkel Veri Tipleri (Primitive Data Types) Örnekleri</vt:lpstr>
      <vt:lpstr>Nesneler (Objects) Örnekleri</vt:lpstr>
      <vt:lpstr>Haydi Cevapla</vt:lpstr>
      <vt:lpstr>“typeof null” Tuzağı</vt:lpstr>
      <vt:lpstr>Sınıf Çalışması</vt:lpstr>
      <vt:lpstr>Operatörler</vt:lpstr>
      <vt:lpstr>Javascript</vt:lpstr>
      <vt:lpstr>Javascript-Sayfaya yazı yazmak</vt:lpstr>
      <vt:lpstr>Okumalar</vt:lpstr>
      <vt:lpstr>Javascript-Alert İkaz Metodu</vt:lpstr>
      <vt:lpstr>Javascript-Confirm Metodu</vt:lpstr>
      <vt:lpstr>Javascript-Prompt Metodu</vt:lpstr>
      <vt:lpstr>Javascript-ifadeler döngüler</vt:lpstr>
      <vt:lpstr>Javascript-ifadeler döngüler</vt:lpstr>
      <vt:lpstr>Javascript-ifadeler döngüler</vt:lpstr>
      <vt:lpstr>Javascript- Diziler</vt:lpstr>
      <vt:lpstr>Javascript-Fonksiyonlar</vt:lpstr>
      <vt:lpstr>Javascript-Nesneler</vt:lpstr>
      <vt:lpstr>Javascript-Olaylar-Events</vt:lpstr>
      <vt:lpstr>Javascript-Olaylar-Events-Örnek</vt:lpstr>
      <vt:lpstr>Javascript-Olaylar-Events-Örnek</vt:lpstr>
      <vt:lpstr>Javascript-Date komutları</vt:lpstr>
      <vt:lpstr>Javascript- Değişkenler</vt:lpstr>
    </vt:vector>
  </TitlesOfParts>
  <Company>METUCC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Teknolojileri ve Programla</dc:title>
  <dc:creator>Erman</dc:creator>
  <cp:lastModifiedBy>mustafa volkan gungor</cp:lastModifiedBy>
  <cp:revision>107</cp:revision>
  <dcterms:created xsi:type="dcterms:W3CDTF">2010-04-13T12:22:36Z</dcterms:created>
  <dcterms:modified xsi:type="dcterms:W3CDTF">2026-02-26T12:39:58Z</dcterms:modified>
</cp:coreProperties>
</file>